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2"/>
  </p:sldMasterIdLst>
  <p:notesMasterIdLst>
    <p:notesMasterId r:id="rId13"/>
  </p:notesMasterIdLst>
  <p:sldIdLst>
    <p:sldId id="256" r:id="rId11"/>
    <p:sldId id="257" r:id="rId12"/>
    <p:sldId id="258" r:id="rId10"/>
    <p:sldId id="259" r:id="rId9"/>
    <p:sldId id="260" r:id="rId8"/>
    <p:sldId id="261" r:id="rId7"/>
    <p:sldId id="262" r:id="rId6"/>
    <p:sldId id="263" r:id="rId5"/>
    <p:sldId id="264" r:id="rId4"/>
    <p:sldId id="265" r:id="rId3"/>
    <p:sldId id="266" r:id="rId21"/>
    <p:sldId id="267" r:id="rId22"/>
    <p:sldId id="268" r:id="rId23"/>
    <p:sldId id="269" r:id="rId24"/>
    <p:sldId id="270" r:id="rId25"/>
    <p:sldId id="271" r:id="rId26"/>
    <p:sldId id="272" r:id="rId27"/>
    <p:sldId id="273" r:id="rId28"/>
    <p:sldId id="274" r:id="rId29"/>
    <p:sldId id="275" r:id="rId30"/>
    <p:sldId id="276"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13C"/>
    <a:srgbClr val="091920"/>
    <a:srgbClr val="DE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0" autoAdjust="0"/>
    <p:restoredTop sz="94658"/>
  </p:normalViewPr>
  <p:slideViewPr>
    <p:cSldViewPr snapToGrid="0">
      <p:cViewPr varScale="1">
        <p:scale>
          <a:sx n="96" d="100"/>
          <a:sy n="96" d="100"/>
        </p:scale>
        <p:origin x="342" y="8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slideMaster" Target="slideMasters/slideMaster1.xml"/><Relationship Id="rId3" Type="http://schemas.openxmlformats.org/officeDocument/2006/relationships/slide" Target="slides/slide10.xml"/><Relationship Id="rId4" Type="http://schemas.openxmlformats.org/officeDocument/2006/relationships/slide" Target="slides/slide9.xml"/><Relationship Id="rId5" Type="http://schemas.openxmlformats.org/officeDocument/2006/relationships/slide" Target="slides/slide8.xml"/><Relationship Id="rId6" Type="http://schemas.openxmlformats.org/officeDocument/2006/relationships/slide" Target="slides/slide7.xml"/><Relationship Id="rId7" Type="http://schemas.openxmlformats.org/officeDocument/2006/relationships/slide" Target="slides/slide6.xml"/><Relationship Id="rId8" Type="http://schemas.openxmlformats.org/officeDocument/2006/relationships/slide" Target="slides/slide5.xml"/><Relationship Id="rId9" Type="http://schemas.openxmlformats.org/officeDocument/2006/relationships/slide" Target="slides/slide4.xml"/><Relationship Id="rId10" Type="http://schemas.openxmlformats.org/officeDocument/2006/relationships/slide" Target="slides/slide3.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customXml" Target="../customXml/item2.xml"/><Relationship Id="rId19" Type="http://schemas.openxmlformats.org/officeDocument/2006/relationships/customXml" Target="../customXml/item3.xml"/><Relationship Id="rId20" Type="http://schemas.openxmlformats.org/officeDocument/2006/relationships/customXml" Target="../customXml/item4.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2D1FA5-F05C-441C-A46A-04B2897B168C}" type="datetimeFigureOut">
              <a:rPr lang="en-GB" smtClean="0"/>
              <a:t>25/02/2025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D30FDA-0170-453C-83A4-A3556F979995}" type="slidenum">
              <a:rPr lang="en-GB" smtClean="0"/>
              <a:t>‹#›</a:t>
            </a:fld>
            <a:endParaRPr lang="en-GB"/>
          </a:p>
        </p:txBody>
      </p:sp>
    </p:spTree>
    <p:extLst>
      <p:ext uri="{BB962C8B-B14F-4D97-AF65-F5344CB8AC3E}">
        <p14:creationId xmlns:p14="http://schemas.microsoft.com/office/powerpoint/2010/main" val="10561594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session is for colleagues across the Quality Department. It covers how a Quality Requirements Risk Assessment (QRRA) is conducted under SLP 2.3.2.7_02, and, most importantly, the role we play in it. The key message: the QRRA is led and initiated by the Demander - the person accountable for specifying and buying the item. Quality facilitates and acts as the intelligent client.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objectives for today. Also flag the document change: SLP 1.02.45 has been superseded by SLP 2.3.2.7_02 and the form SLF 1.02.45.01 by SLF 2.3.2.7_02. The amendment record confirms content was transferred from SLP 1.02.45. Some documents, including SLP 4.06.08 Issue 14, still reference the old number - when you see it, point people to SLP 2.3.2.7_02 and the current form.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ownership. This is the point most often misunderstood.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SLP 2.3.2.7_02 defines the Demander as the accountable person responsible for product specification and procurement. SLP 4.06.08 says the same of the Demand Specifier: they ensure the risk assessment to assign the Quality Grade has been correctly carried out. So the QRRA belongs to them. The SLP also says the Demander must ensure the required oversight and assurance activities are captured on the QRRA. Quality is one of the key stakeholders, with a specific role: advise, challenge, endorse, and after contract award the QE is accountable for making sure the oversight is applied.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'intelligent client' means in practice. We know enough about the requirement, the standards and the supply chain to ask the right questions and spot gaps, but we do not do the work for the Demander. If Quality writes the QRRA, ownership moves to the wrong place, the Demander's knowledge of how the item is used is lost, and the assessment becomes generic. The SLP is explicit that there should be a clear reason for each activity and that blanket gathering of records should be avoided.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where the QRRA sits in the wider process.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flowchart on page 1 of SLP 2.3.2.7_02 has three swim lanes: Demander, Quality Manager (or nominated QE) and Requestor. The QRRA is produced at step 1.3, in the Demander's lane. Quality's own lane only starts at step 1.6 once procurement is launched. Before that we contribute as a key stakeholder and, at 1.3, as part of the integrated review team that endorses the final Quality Grade. Note the loop back to 1.3 if a CFSI issue is identified at step 1.6.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Triggers are in section 1.1 and 1.3 of the SLP. Stress that all items go through step 1.3, including COTS. Even repeat buys should be re-checked: SLP 2.3.2.7_02 says previous supplier performance is no guarantee and that where the Demander queries existing requirements they should contact Quality. The only exemption is QG 04 e-catalogue purchases. Technology-specific QRRA recommendations may also exist as addenda to Engineering Standards.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SLP 4.06.08 step 1.2 requires the Demand Specifier to specify the requirement and agree the Quality Grade, considering risk and mitigation in line with SLP 1.02.45 - now SLP 2.3.2.7_02. The Demand Specifier must also make sure the appropriate risk assessment is conducted to define the correct Quality Grade. The Quality Grade is a required input to the Purchase Requisition at step 1.4. Under SLP 2.3.2.7_02 step 1.5, procurement can only commence once the specification, QRRA and lifetime records requirements are defined.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practical part: how a QRRA session runs.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Demander arranges and prepares the session. If a Demander asks Quality to 'do the QRRA', redirect them: offer to facilitate, and help them prepare. Our preparation is about asking good questions: Appendix 1 of SLP 2.3.2.7_02 is our main tool. Regulated items (PUWER, LOLER, UKCA) and items built to standards with defined oversight (BS EN 1090 execution class, BS EN 61508 SIL) must be included on the QRRA.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six steps follow the structure of the form. Step 1: the SLP says oversight should relate to specific equipment or components, not be applied generically to a system, and the Demander, Designer or Requestor decides the granularity with the stakeholders. Steps 2 to 4 are covered on the next three slides. Step 5: the SLP requires a clear reason for each activity with the applicable consequences recorded. Step 6: sign-off.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Ratings and guidance are from the Guidance tab of SLF 2.3.2.7_02. The Demander should rate these, using the Responsible Engineer and SMEs for nuclear safety categorisation. Quality's job is to test the ratings: what happens if this component fails at point of use? Is it accessible? Can it be tested after installation? Appendix 3 gives criteria and consequences for each risk level.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SLP 2.3.2.7_02 section 1.3 and Appendix 2. The grade sets which Contract Quality Requirements apply. Consider raising the grade if the item is complex, unique or novel, has a poor quality history, is inaccessible during operation, is hard to test after installation, or the potential economic loss is much larger than usual for that grade. The final grade is endorsed by the integrated review team, including the Requestor. Mandatory CQR deviations go through SEMS 3.3.6.2 to Supply Chain Quality.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requirement columns on SLF 2.3.2.7_02. The QRRA must identify which function delivers each element of assurance and oversight, e.g. Quality, ICG, Responsible Engineers, Construction or Commissioning. Extra requirements can be added as columns or in Supporting Comments. For large volumes, oversight can apply to first-off production and then revert to goods received inspection, defined in the ITP or Quality Plan. LTRs beyond those normally supplied with COTS go in the LTR schedule (SEMS 1.2.10.1).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selection of the Appendix 1 questions. Appendix 1 has general factors, factors from IAEA GS-G-3.5, specific factors to be read with SLP 1.10.315, and CFSI / grey market factors. Bring a copy to every session. These questions keep the Demander in the lead: they own the answers, we make sure the questions have been asked.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CFSI is an area where Quality can add real value as intelligent client, because we see supplier performance and CFSI issues across the business. Use the CFSI / Grey Market factors in Appendix 1. A CFSI issue found during step 1.6 loops back to step 1.3 for a new risk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issues we see, each paired with what good looks like. Every good-practice point comes straight from SLP 2.3.2.7_02.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Guidance tab of SLF 2.3.2.7_02: once fully agreed by all stakeholders, the form is checked and approved per SLP 1.02.42 and issued to Project Document Control per SLP 4.09.108. The QRRA can be incorporated into the specification as an appendix, keeping the form format for consistency with ICG and the supply chain. Post award, the QE is accountable for making sure the oversight and LTR requirements are adhered to (SEMS 1.2.10.1 and SLP 1.10.315).</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referenced documents are on SEMS. Remember that SLP 1.02.45 and SLF 1.02.45.01 have been superseded by SLP 2.3.2.7_02 and SLF 2.3.2.7_02. SLP 1.02.42 (checking and approval) and SLP 4.09.108 (document control) apply at sign-off.</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restating the three messages, then take questions. If colleagues are asked to 'do' a QRRA, the answer is: we will facilitate it with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36C0C-4EC2-DA16-4A9D-48301FDF9385}"/>
              </a:ext>
            </a:extLst>
          </p:cNvPr>
          <p:cNvSpPr>
            <a:spLocks noGrp="1"/>
          </p:cNvSpPr>
          <p:nvPr>
            <p:ph type="ctrTitle" hasCustomPrompt="1"/>
          </p:nvPr>
        </p:nvSpPr>
        <p:spPr>
          <a:xfrm>
            <a:off x="442912" y="2083818"/>
            <a:ext cx="9144000" cy="1182399"/>
          </a:xfrm>
        </p:spPr>
        <p:txBody>
          <a:bodyPr anchor="t"/>
          <a:lstStyle>
            <a:lvl1pPr algn="l">
              <a:defRPr sz="6000" b="1" i="0">
                <a:solidFill>
                  <a:schemeClr val="bg1"/>
                </a:solidFill>
                <a:latin typeface="Arial Black" panose="020B0604020202020204" pitchFamily="34" charset="0"/>
                <a:cs typeface="Arial Black" panose="020B0604020202020204" pitchFamily="34" charset="0"/>
              </a:defRPr>
            </a:lvl1pPr>
          </a:lstStyle>
          <a:p>
            <a:r>
              <a:rPr lang="en-GB" dirty="0"/>
              <a:t>Insert title</a:t>
            </a:r>
            <a:endParaRPr lang="en-US" dirty="0"/>
          </a:p>
        </p:txBody>
      </p:sp>
      <p:sp>
        <p:nvSpPr>
          <p:cNvPr id="3" name="Subtitle 2">
            <a:extLst>
              <a:ext uri="{FF2B5EF4-FFF2-40B4-BE49-F238E27FC236}">
                <a16:creationId xmlns:a16="http://schemas.microsoft.com/office/drawing/2014/main" id="{4B1A06F8-51A9-8FBC-0577-565D432FC53A}"/>
              </a:ext>
            </a:extLst>
          </p:cNvPr>
          <p:cNvSpPr>
            <a:spLocks noGrp="1"/>
          </p:cNvSpPr>
          <p:nvPr>
            <p:ph type="subTitle" idx="1" hasCustomPrompt="1"/>
          </p:nvPr>
        </p:nvSpPr>
        <p:spPr>
          <a:xfrm>
            <a:off x="442912" y="3358293"/>
            <a:ext cx="9144000" cy="1655762"/>
          </a:xfrm>
        </p:spPr>
        <p:txBody>
          <a:bodyPr>
            <a:normAutofit/>
          </a:bodyPr>
          <a:lstStyle>
            <a:lvl1pPr marL="0" indent="0" algn="l">
              <a:buNone/>
              <a:defRPr sz="2800" b="1"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Insert subheading</a:t>
            </a:r>
            <a:endParaRPr lang="en-US" dirty="0"/>
          </a:p>
        </p:txBody>
      </p:sp>
      <p:sp>
        <p:nvSpPr>
          <p:cNvPr id="4" name="Date Placeholder 3">
            <a:extLst>
              <a:ext uri="{FF2B5EF4-FFF2-40B4-BE49-F238E27FC236}">
                <a16:creationId xmlns:a16="http://schemas.microsoft.com/office/drawing/2014/main" id="{6A63E8E6-2E8D-11F5-9A75-0D1B0436710B}"/>
              </a:ext>
            </a:extLst>
          </p:cNvPr>
          <p:cNvSpPr>
            <a:spLocks noGrp="1"/>
          </p:cNvSpPr>
          <p:nvPr>
            <p:ph type="dt" sz="half" idx="10"/>
          </p:nvPr>
        </p:nvSpPr>
        <p:spPr>
          <a:xfrm>
            <a:off x="9119171" y="6356350"/>
            <a:ext cx="2743200" cy="365125"/>
          </a:xfrm>
        </p:spPr>
        <p:txBody>
          <a:bodyPr/>
          <a:lstStyle>
            <a:lvl1pPr algn="r">
              <a:defRPr>
                <a:solidFill>
                  <a:schemeClr val="bg1"/>
                </a:solidFill>
              </a:defRPr>
            </a:lvl1pPr>
          </a:lstStyle>
          <a:p>
            <a:fld id="{C8492D2C-1120-6E41-8326-B979F07FE827}" type="datetimeFigureOut">
              <a:rPr lang="en-US" smtClean="0"/>
              <a:pPr/>
              <a:t>2/25/2025</a:t>
            </a:fld>
            <a:endParaRPr lang="en-US" dirty="0"/>
          </a:p>
        </p:txBody>
      </p:sp>
      <p:pic>
        <p:nvPicPr>
          <p:cNvPr id="13" name="Picture 12">
            <a:extLst>
              <a:ext uri="{FF2B5EF4-FFF2-40B4-BE49-F238E27FC236}">
                <a16:creationId xmlns:a16="http://schemas.microsoft.com/office/drawing/2014/main" id="{CEF6DF60-1464-97B9-4942-659C687A4136}"/>
              </a:ext>
            </a:extLst>
          </p:cNvPr>
          <p:cNvPicPr>
            <a:picLocks noChangeAspect="1"/>
          </p:cNvPicPr>
          <p:nvPr userDrawn="1"/>
        </p:nvPicPr>
        <p:blipFill>
          <a:blip r:embed="rId3"/>
          <a:stretch>
            <a:fillRect/>
          </a:stretch>
        </p:blipFill>
        <p:spPr>
          <a:xfrm>
            <a:off x="442912" y="476250"/>
            <a:ext cx="1944687" cy="375198"/>
          </a:xfrm>
          <a:prstGeom prst="rect">
            <a:avLst/>
          </a:prstGeom>
        </p:spPr>
      </p:pic>
    </p:spTree>
    <p:extLst>
      <p:ext uri="{BB962C8B-B14F-4D97-AF65-F5344CB8AC3E}">
        <p14:creationId xmlns:p14="http://schemas.microsoft.com/office/powerpoint/2010/main" val="711596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0488F47-31B3-196D-B4C9-A55A6A536FE7}"/>
              </a:ext>
            </a:extLst>
          </p:cNvPr>
          <p:cNvSpPr>
            <a:spLocks noGrp="1"/>
          </p:cNvSpPr>
          <p:nvPr>
            <p:ph type="sldNum" sz="quarter" idx="12"/>
          </p:nvPr>
        </p:nvSpPr>
        <p:spPr/>
        <p:txBody>
          <a:bodyPr/>
          <a:lstStyle/>
          <a:p>
            <a:fld id="{52952A63-7B6D-1C48-A6CC-7217690063CF}" type="slidenum">
              <a:rPr lang="en-US" smtClean="0"/>
              <a:t>‹#›</a:t>
            </a:fld>
            <a:endParaRPr lang="en-US" dirty="0"/>
          </a:p>
        </p:txBody>
      </p:sp>
      <p:sp>
        <p:nvSpPr>
          <p:cNvPr id="7" name="Title 1">
            <a:extLst>
              <a:ext uri="{FF2B5EF4-FFF2-40B4-BE49-F238E27FC236}">
                <a16:creationId xmlns:a16="http://schemas.microsoft.com/office/drawing/2014/main" id="{459A15FB-886C-2B2A-A012-A7E51A3CBE10}"/>
              </a:ext>
            </a:extLst>
          </p:cNvPr>
          <p:cNvSpPr>
            <a:spLocks noGrp="1"/>
          </p:cNvSpPr>
          <p:nvPr>
            <p:ph type="ctrTitle" hasCustomPrompt="1"/>
          </p:nvPr>
        </p:nvSpPr>
        <p:spPr>
          <a:xfrm>
            <a:off x="442912" y="2114814"/>
            <a:ext cx="9144000" cy="1182399"/>
          </a:xfrm>
        </p:spPr>
        <p:txBody>
          <a:bodyPr anchor="t"/>
          <a:lstStyle>
            <a:lvl1pPr algn="l">
              <a:defRPr sz="6000" b="1" i="0">
                <a:solidFill>
                  <a:schemeClr val="bg1"/>
                </a:solidFill>
                <a:latin typeface="Arial Black" panose="020B0604020202020204" pitchFamily="34" charset="0"/>
                <a:cs typeface="Arial Black" panose="020B0604020202020204" pitchFamily="34" charset="0"/>
              </a:defRPr>
            </a:lvl1pPr>
          </a:lstStyle>
          <a:p>
            <a:r>
              <a:rPr lang="en-GB" dirty="0"/>
              <a:t>Insert title</a:t>
            </a:r>
            <a:endParaRPr lang="en-US" dirty="0"/>
          </a:p>
        </p:txBody>
      </p:sp>
      <p:sp>
        <p:nvSpPr>
          <p:cNvPr id="8" name="Subtitle 2">
            <a:extLst>
              <a:ext uri="{FF2B5EF4-FFF2-40B4-BE49-F238E27FC236}">
                <a16:creationId xmlns:a16="http://schemas.microsoft.com/office/drawing/2014/main" id="{72BBCC89-7831-A15D-24CB-75B664339245}"/>
              </a:ext>
            </a:extLst>
          </p:cNvPr>
          <p:cNvSpPr>
            <a:spLocks noGrp="1"/>
          </p:cNvSpPr>
          <p:nvPr>
            <p:ph type="subTitle" idx="1" hasCustomPrompt="1"/>
          </p:nvPr>
        </p:nvSpPr>
        <p:spPr>
          <a:xfrm>
            <a:off x="442912" y="3389289"/>
            <a:ext cx="9144000" cy="1655762"/>
          </a:xfrm>
        </p:spPr>
        <p:txBody>
          <a:bodyPr>
            <a:normAutofit/>
          </a:bodyPr>
          <a:lstStyle>
            <a:lvl1pPr marL="0" indent="0" algn="l">
              <a:buNone/>
              <a:defRPr sz="2800" b="1"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Insert subheading</a:t>
            </a:r>
            <a:endParaRPr lang="en-US" dirty="0"/>
          </a:p>
        </p:txBody>
      </p:sp>
      <p:pic>
        <p:nvPicPr>
          <p:cNvPr id="10" name="Picture 9">
            <a:extLst>
              <a:ext uri="{FF2B5EF4-FFF2-40B4-BE49-F238E27FC236}">
                <a16:creationId xmlns:a16="http://schemas.microsoft.com/office/drawing/2014/main" id="{5F644A73-DECF-CBFE-5453-2758E16FB77C}"/>
              </a:ext>
            </a:extLst>
          </p:cNvPr>
          <p:cNvPicPr>
            <a:picLocks noChangeAspect="1"/>
          </p:cNvPicPr>
          <p:nvPr userDrawn="1"/>
        </p:nvPicPr>
        <p:blipFill>
          <a:blip r:embed="rId3"/>
          <a:stretch>
            <a:fillRect/>
          </a:stretch>
        </p:blipFill>
        <p:spPr>
          <a:xfrm>
            <a:off x="442912" y="476250"/>
            <a:ext cx="1944687" cy="375198"/>
          </a:xfrm>
          <a:prstGeom prst="rect">
            <a:avLst/>
          </a:prstGeom>
        </p:spPr>
      </p:pic>
    </p:spTree>
    <p:extLst>
      <p:ext uri="{BB962C8B-B14F-4D97-AF65-F5344CB8AC3E}">
        <p14:creationId xmlns:p14="http://schemas.microsoft.com/office/powerpoint/2010/main" val="9517044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F11DCB3-2886-23A2-8291-E938FD12AD94}"/>
              </a:ext>
            </a:extLst>
          </p:cNvPr>
          <p:cNvSpPr>
            <a:spLocks noGrp="1"/>
          </p:cNvSpPr>
          <p:nvPr>
            <p:ph type="ctrTitle" hasCustomPrompt="1"/>
          </p:nvPr>
        </p:nvSpPr>
        <p:spPr>
          <a:xfrm>
            <a:off x="442912" y="2068319"/>
            <a:ext cx="9144000" cy="1182399"/>
          </a:xfrm>
        </p:spPr>
        <p:txBody>
          <a:bodyPr anchor="t"/>
          <a:lstStyle>
            <a:lvl1pPr algn="l">
              <a:defRPr sz="6000" b="1" i="0">
                <a:solidFill>
                  <a:srgbClr val="091920"/>
                </a:solidFill>
                <a:latin typeface="Arial Black" panose="020B0604020202020204" pitchFamily="34" charset="0"/>
                <a:cs typeface="Arial Black" panose="020B0604020202020204" pitchFamily="34" charset="0"/>
              </a:defRPr>
            </a:lvl1pPr>
          </a:lstStyle>
          <a:p>
            <a:r>
              <a:rPr lang="en-GB" dirty="0"/>
              <a:t>Insert title</a:t>
            </a:r>
            <a:endParaRPr lang="en-US" dirty="0"/>
          </a:p>
        </p:txBody>
      </p:sp>
      <p:sp>
        <p:nvSpPr>
          <p:cNvPr id="8" name="Subtitle 2">
            <a:extLst>
              <a:ext uri="{FF2B5EF4-FFF2-40B4-BE49-F238E27FC236}">
                <a16:creationId xmlns:a16="http://schemas.microsoft.com/office/drawing/2014/main" id="{4F7DE8CF-2F51-7327-7E1D-4BC923874C32}"/>
              </a:ext>
            </a:extLst>
          </p:cNvPr>
          <p:cNvSpPr>
            <a:spLocks noGrp="1"/>
          </p:cNvSpPr>
          <p:nvPr>
            <p:ph type="subTitle" idx="1" hasCustomPrompt="1"/>
          </p:nvPr>
        </p:nvSpPr>
        <p:spPr>
          <a:xfrm>
            <a:off x="442912" y="3342794"/>
            <a:ext cx="9144000" cy="1655762"/>
          </a:xfrm>
        </p:spPr>
        <p:txBody>
          <a:bodyPr>
            <a:normAutofit/>
          </a:bodyPr>
          <a:lstStyle>
            <a:lvl1pPr marL="0" indent="0" algn="l">
              <a:buNone/>
              <a:defRPr sz="2800" b="1" i="0">
                <a:solidFill>
                  <a:srgbClr val="091920"/>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Insert subheading</a:t>
            </a:r>
            <a:endParaRPr lang="en-US" dirty="0"/>
          </a:p>
        </p:txBody>
      </p:sp>
      <p:pic>
        <p:nvPicPr>
          <p:cNvPr id="11" name="Picture 10">
            <a:extLst>
              <a:ext uri="{FF2B5EF4-FFF2-40B4-BE49-F238E27FC236}">
                <a16:creationId xmlns:a16="http://schemas.microsoft.com/office/drawing/2014/main" id="{222648B0-DDDA-28DA-0F1C-F98A7070FBB8}"/>
              </a:ext>
            </a:extLst>
          </p:cNvPr>
          <p:cNvPicPr>
            <a:picLocks noChangeAspect="1"/>
          </p:cNvPicPr>
          <p:nvPr userDrawn="1"/>
        </p:nvPicPr>
        <p:blipFill>
          <a:blip r:embed="rId3">
            <a:lum bright="-100000"/>
          </a:blip>
          <a:stretch>
            <a:fillRect/>
          </a:stretch>
        </p:blipFill>
        <p:spPr>
          <a:xfrm>
            <a:off x="442912" y="476250"/>
            <a:ext cx="1944687" cy="375198"/>
          </a:xfrm>
          <a:prstGeom prst="rect">
            <a:avLst/>
          </a:prstGeom>
        </p:spPr>
      </p:pic>
    </p:spTree>
    <p:extLst>
      <p:ext uri="{BB962C8B-B14F-4D97-AF65-F5344CB8AC3E}">
        <p14:creationId xmlns:p14="http://schemas.microsoft.com/office/powerpoint/2010/main" val="3484120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7D08C31-BCD5-A7E2-6028-14A09C64B824}"/>
              </a:ext>
            </a:extLst>
          </p:cNvPr>
          <p:cNvSpPr/>
          <p:nvPr userDrawn="1"/>
        </p:nvSpPr>
        <p:spPr>
          <a:xfrm>
            <a:off x="0" y="6338170"/>
            <a:ext cx="12192000" cy="519830"/>
          </a:xfrm>
          <a:prstGeom prst="rect">
            <a:avLst/>
          </a:prstGeom>
          <a:solidFill>
            <a:srgbClr val="00313C"/>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4000" tIns="144000" rIns="144000" bIns="144000" numCol="1" spcCol="0" rtlCol="0" fromWordArt="0" anchor="ctr" anchorCtr="0" forceAA="0" compatLnSpc="1">
            <a:prstTxWarp prst="textNoShape">
              <a:avLst/>
            </a:prstTxWarp>
            <a:noAutofit/>
          </a:bodyPr>
          <a:lstStyle/>
          <a:p>
            <a:pPr algn="l"/>
            <a:endParaRPr lang="en-GB" sz="1400" dirty="0">
              <a:solidFill>
                <a:schemeClr val="tx1"/>
              </a:solidFill>
            </a:endParaRPr>
          </a:p>
        </p:txBody>
      </p:sp>
      <p:sp>
        <p:nvSpPr>
          <p:cNvPr id="9" name="Slide Number Placeholder 8">
            <a:extLst>
              <a:ext uri="{FF2B5EF4-FFF2-40B4-BE49-F238E27FC236}">
                <a16:creationId xmlns:a16="http://schemas.microsoft.com/office/drawing/2014/main" id="{564908BC-25BB-DBE3-A2F1-E3693CC639FA}"/>
              </a:ext>
            </a:extLst>
          </p:cNvPr>
          <p:cNvSpPr>
            <a:spLocks noGrp="1"/>
          </p:cNvSpPr>
          <p:nvPr>
            <p:ph type="sldNum" sz="quarter" idx="12"/>
          </p:nvPr>
        </p:nvSpPr>
        <p:spPr>
          <a:xfrm>
            <a:off x="9005888" y="6474984"/>
            <a:ext cx="2743200" cy="253169"/>
          </a:xfrm>
        </p:spPr>
        <p:txBody>
          <a:bodyPr/>
          <a:lstStyle/>
          <a:p>
            <a:fld id="{52952A63-7B6D-1C48-A6CC-7217690063CF}" type="slidenum">
              <a:rPr lang="en-US" smtClean="0"/>
              <a:t>‹#›</a:t>
            </a:fld>
            <a:endParaRPr lang="en-US" dirty="0"/>
          </a:p>
        </p:txBody>
      </p:sp>
      <p:sp>
        <p:nvSpPr>
          <p:cNvPr id="15" name="Text Placeholder 14">
            <a:extLst>
              <a:ext uri="{FF2B5EF4-FFF2-40B4-BE49-F238E27FC236}">
                <a16:creationId xmlns:a16="http://schemas.microsoft.com/office/drawing/2014/main" id="{27460CCB-A295-D058-62A0-A5367F990FEC}"/>
              </a:ext>
            </a:extLst>
          </p:cNvPr>
          <p:cNvSpPr>
            <a:spLocks noGrp="1"/>
          </p:cNvSpPr>
          <p:nvPr>
            <p:ph type="body" sz="quarter" idx="13" hasCustomPrompt="1"/>
          </p:nvPr>
        </p:nvSpPr>
        <p:spPr>
          <a:xfrm>
            <a:off x="442913" y="388939"/>
            <a:ext cx="8424862" cy="337572"/>
          </a:xfrm>
        </p:spPr>
        <p:txBody>
          <a:bodyPr lIns="0" tIns="0" rIns="0" bIns="0"/>
          <a:lstStyle>
            <a:lvl1pPr marL="0" indent="0">
              <a:buNone/>
              <a:defRPr b="0" i="0">
                <a:latin typeface="Arial" panose="020B0604020202020204" pitchFamily="34" charset="0"/>
                <a:cs typeface="Arial" panose="020B0604020202020204" pitchFamily="34" charset="0"/>
              </a:defRPr>
            </a:lvl1pPr>
          </a:lstStyle>
          <a:p>
            <a:pPr lvl="0"/>
            <a:r>
              <a:rPr lang="en-US" dirty="0"/>
              <a:t>Insert subheading here</a:t>
            </a:r>
          </a:p>
        </p:txBody>
      </p:sp>
      <p:sp>
        <p:nvSpPr>
          <p:cNvPr id="17" name="Text Placeholder 16">
            <a:extLst>
              <a:ext uri="{FF2B5EF4-FFF2-40B4-BE49-F238E27FC236}">
                <a16:creationId xmlns:a16="http://schemas.microsoft.com/office/drawing/2014/main" id="{ADB7CA3D-EBB6-9219-1A7A-15588D34F8E2}"/>
              </a:ext>
            </a:extLst>
          </p:cNvPr>
          <p:cNvSpPr>
            <a:spLocks noGrp="1"/>
          </p:cNvSpPr>
          <p:nvPr>
            <p:ph type="body" sz="quarter" idx="14" hasCustomPrompt="1"/>
          </p:nvPr>
        </p:nvSpPr>
        <p:spPr>
          <a:xfrm>
            <a:off x="442913" y="1127125"/>
            <a:ext cx="11131550" cy="4835525"/>
          </a:xfrm>
        </p:spPr>
        <p:txBody>
          <a:bodyPr lIns="0" tIns="0" rIns="0" bIns="0">
            <a:normAutofit/>
          </a:bodyPr>
          <a:lstStyle>
            <a:lvl1pPr marL="0" indent="0">
              <a:buNone/>
              <a:defRPr sz="1800" b="0" i="0">
                <a:latin typeface="Arial" panose="020B0604020202020204" pitchFamily="34" charset="0"/>
                <a:cs typeface="Arial" panose="020B0604020202020204" pitchFamily="34" charset="0"/>
              </a:defRPr>
            </a:lvl1pPr>
            <a:lvl2pPr marL="457200" indent="0">
              <a:buNone/>
              <a:defRPr sz="1800" b="0" i="0">
                <a:latin typeface="Arial" panose="020B0604020202020204" pitchFamily="34" charset="0"/>
                <a:cs typeface="Arial" panose="020B0604020202020204" pitchFamily="34" charset="0"/>
              </a:defRPr>
            </a:lvl2pPr>
            <a:lvl3pPr marL="914400" indent="0">
              <a:buNone/>
              <a:defRPr sz="1800" b="0" i="0">
                <a:latin typeface="Arial" panose="020B0604020202020204" pitchFamily="34" charset="0"/>
                <a:cs typeface="Arial" panose="020B0604020202020204" pitchFamily="34" charset="0"/>
              </a:defRPr>
            </a:lvl3pPr>
            <a:lvl4pPr marL="1371600" indent="0">
              <a:buNone/>
              <a:defRPr sz="1800" b="0" i="0">
                <a:latin typeface="Arial" panose="020B0604020202020204" pitchFamily="34" charset="0"/>
                <a:cs typeface="Arial" panose="020B0604020202020204" pitchFamily="34" charset="0"/>
              </a:defRPr>
            </a:lvl4pPr>
            <a:lvl5pPr marL="1828800" indent="0">
              <a:buNone/>
              <a:defRPr sz="1800" b="0" i="0">
                <a:latin typeface="Arial" panose="020B0604020202020204" pitchFamily="34" charset="0"/>
                <a:cs typeface="Arial" panose="020B0604020202020204" pitchFamily="34" charset="0"/>
              </a:defRPr>
            </a:lvl5pPr>
          </a:lstStyle>
          <a:p>
            <a:pPr lvl="0"/>
            <a:r>
              <a:rPr lang="en-GB" dirty="0"/>
              <a:t>Add body text here</a:t>
            </a:r>
            <a:endParaRPr lang="en-US" dirty="0"/>
          </a:p>
        </p:txBody>
      </p:sp>
      <p:pic>
        <p:nvPicPr>
          <p:cNvPr id="3" name="Picture 2">
            <a:extLst>
              <a:ext uri="{FF2B5EF4-FFF2-40B4-BE49-F238E27FC236}">
                <a16:creationId xmlns:a16="http://schemas.microsoft.com/office/drawing/2014/main" id="{BC2ED02B-1932-0BA9-83B2-9EEDB56CFF57}"/>
              </a:ext>
            </a:extLst>
          </p:cNvPr>
          <p:cNvPicPr>
            <a:picLocks noChangeAspect="1"/>
          </p:cNvPicPr>
          <p:nvPr userDrawn="1"/>
        </p:nvPicPr>
        <p:blipFill>
          <a:blip r:embed="rId2"/>
          <a:stretch>
            <a:fillRect/>
          </a:stretch>
        </p:blipFill>
        <p:spPr>
          <a:xfrm>
            <a:off x="525162" y="6465797"/>
            <a:ext cx="1348311" cy="260136"/>
          </a:xfrm>
          <a:prstGeom prst="rect">
            <a:avLst/>
          </a:prstGeom>
        </p:spPr>
      </p:pic>
    </p:spTree>
    <p:extLst>
      <p:ext uri="{BB962C8B-B14F-4D97-AF65-F5344CB8AC3E}">
        <p14:creationId xmlns:p14="http://schemas.microsoft.com/office/powerpoint/2010/main" val="810152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7D08C31-BCD5-A7E2-6028-14A09C64B824}"/>
              </a:ext>
            </a:extLst>
          </p:cNvPr>
          <p:cNvSpPr/>
          <p:nvPr userDrawn="1"/>
        </p:nvSpPr>
        <p:spPr>
          <a:xfrm>
            <a:off x="0" y="6338170"/>
            <a:ext cx="12192000" cy="519830"/>
          </a:xfrm>
          <a:prstGeom prst="rect">
            <a:avLst/>
          </a:prstGeom>
          <a:solidFill>
            <a:srgbClr val="091920"/>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4000" tIns="144000" rIns="144000" bIns="144000" numCol="1" spcCol="0" rtlCol="0" fromWordArt="0" anchor="ctr" anchorCtr="0" forceAA="0" compatLnSpc="1">
            <a:prstTxWarp prst="textNoShape">
              <a:avLst/>
            </a:prstTxWarp>
            <a:noAutofit/>
          </a:bodyPr>
          <a:lstStyle/>
          <a:p>
            <a:pPr algn="l"/>
            <a:endParaRPr lang="en-GB" sz="1400" dirty="0">
              <a:solidFill>
                <a:schemeClr val="tx1"/>
              </a:solidFill>
            </a:endParaRPr>
          </a:p>
        </p:txBody>
      </p:sp>
      <p:sp>
        <p:nvSpPr>
          <p:cNvPr id="9" name="Slide Number Placeholder 8">
            <a:extLst>
              <a:ext uri="{FF2B5EF4-FFF2-40B4-BE49-F238E27FC236}">
                <a16:creationId xmlns:a16="http://schemas.microsoft.com/office/drawing/2014/main" id="{564908BC-25BB-DBE3-A2F1-E3693CC639FA}"/>
              </a:ext>
            </a:extLst>
          </p:cNvPr>
          <p:cNvSpPr>
            <a:spLocks noGrp="1"/>
          </p:cNvSpPr>
          <p:nvPr>
            <p:ph type="sldNum" sz="quarter" idx="12"/>
          </p:nvPr>
        </p:nvSpPr>
        <p:spPr>
          <a:xfrm>
            <a:off x="9005888" y="6474984"/>
            <a:ext cx="2743200" cy="253169"/>
          </a:xfrm>
        </p:spPr>
        <p:txBody>
          <a:bodyPr/>
          <a:lstStyle/>
          <a:p>
            <a:fld id="{52952A63-7B6D-1C48-A6CC-7217690063CF}" type="slidenum">
              <a:rPr lang="en-US" smtClean="0"/>
              <a:t>‹#›</a:t>
            </a:fld>
            <a:endParaRPr lang="en-US" dirty="0"/>
          </a:p>
        </p:txBody>
      </p:sp>
      <p:sp>
        <p:nvSpPr>
          <p:cNvPr id="15" name="Text Placeholder 14">
            <a:extLst>
              <a:ext uri="{FF2B5EF4-FFF2-40B4-BE49-F238E27FC236}">
                <a16:creationId xmlns:a16="http://schemas.microsoft.com/office/drawing/2014/main" id="{27460CCB-A295-D058-62A0-A5367F990FEC}"/>
              </a:ext>
            </a:extLst>
          </p:cNvPr>
          <p:cNvSpPr>
            <a:spLocks noGrp="1"/>
          </p:cNvSpPr>
          <p:nvPr>
            <p:ph type="body" sz="quarter" idx="13" hasCustomPrompt="1"/>
          </p:nvPr>
        </p:nvSpPr>
        <p:spPr>
          <a:xfrm>
            <a:off x="442913" y="388939"/>
            <a:ext cx="8424862" cy="337572"/>
          </a:xfrm>
        </p:spPr>
        <p:txBody>
          <a:bodyPr lIns="0" tIns="0" rIns="0" bIns="0"/>
          <a:lstStyle>
            <a:lvl1pPr marL="0" indent="0">
              <a:buNone/>
              <a:defRPr b="0" i="0">
                <a:latin typeface="Arial" panose="020B0604020202020204" pitchFamily="34" charset="0"/>
                <a:cs typeface="Arial" panose="020B0604020202020204" pitchFamily="34" charset="0"/>
              </a:defRPr>
            </a:lvl1pPr>
          </a:lstStyle>
          <a:p>
            <a:pPr lvl="0"/>
            <a:r>
              <a:rPr lang="en-US" dirty="0"/>
              <a:t>Insert subheading here</a:t>
            </a:r>
          </a:p>
        </p:txBody>
      </p:sp>
      <p:sp>
        <p:nvSpPr>
          <p:cNvPr id="17" name="Text Placeholder 16">
            <a:extLst>
              <a:ext uri="{FF2B5EF4-FFF2-40B4-BE49-F238E27FC236}">
                <a16:creationId xmlns:a16="http://schemas.microsoft.com/office/drawing/2014/main" id="{ADB7CA3D-EBB6-9219-1A7A-15588D34F8E2}"/>
              </a:ext>
            </a:extLst>
          </p:cNvPr>
          <p:cNvSpPr>
            <a:spLocks noGrp="1"/>
          </p:cNvSpPr>
          <p:nvPr>
            <p:ph type="body" sz="quarter" idx="14" hasCustomPrompt="1"/>
          </p:nvPr>
        </p:nvSpPr>
        <p:spPr>
          <a:xfrm>
            <a:off x="442913" y="1127125"/>
            <a:ext cx="11131550" cy="4835525"/>
          </a:xfrm>
        </p:spPr>
        <p:txBody>
          <a:bodyPr lIns="0" tIns="0" rIns="0" bIns="0">
            <a:normAutofit/>
          </a:bodyPr>
          <a:lstStyle>
            <a:lvl1pPr marL="0" indent="0">
              <a:buNone/>
              <a:defRPr sz="1800" b="0" i="0">
                <a:latin typeface="Arial" panose="020B0604020202020204" pitchFamily="34" charset="0"/>
                <a:cs typeface="Arial" panose="020B0604020202020204" pitchFamily="34" charset="0"/>
              </a:defRPr>
            </a:lvl1pPr>
            <a:lvl2pPr marL="457200" indent="0">
              <a:buNone/>
              <a:defRPr sz="1800" b="0" i="0">
                <a:latin typeface="Arial" panose="020B0604020202020204" pitchFamily="34" charset="0"/>
                <a:cs typeface="Arial" panose="020B0604020202020204" pitchFamily="34" charset="0"/>
              </a:defRPr>
            </a:lvl2pPr>
            <a:lvl3pPr marL="914400" indent="0">
              <a:buNone/>
              <a:defRPr sz="1800" b="0" i="0">
                <a:latin typeface="Arial" panose="020B0604020202020204" pitchFamily="34" charset="0"/>
                <a:cs typeface="Arial" panose="020B0604020202020204" pitchFamily="34" charset="0"/>
              </a:defRPr>
            </a:lvl3pPr>
            <a:lvl4pPr marL="1371600" indent="0">
              <a:buNone/>
              <a:defRPr sz="1800" b="0" i="0">
                <a:latin typeface="Arial" panose="020B0604020202020204" pitchFamily="34" charset="0"/>
                <a:cs typeface="Arial" panose="020B0604020202020204" pitchFamily="34" charset="0"/>
              </a:defRPr>
            </a:lvl4pPr>
            <a:lvl5pPr marL="1828800" indent="0">
              <a:buNone/>
              <a:defRPr sz="1800" b="0" i="0">
                <a:latin typeface="Arial" panose="020B0604020202020204" pitchFamily="34" charset="0"/>
                <a:cs typeface="Arial" panose="020B0604020202020204" pitchFamily="34" charset="0"/>
              </a:defRPr>
            </a:lvl5pPr>
          </a:lstStyle>
          <a:p>
            <a:pPr lvl="0"/>
            <a:r>
              <a:rPr lang="en-GB" dirty="0"/>
              <a:t>Add body text here</a:t>
            </a:r>
            <a:endParaRPr lang="en-US" dirty="0"/>
          </a:p>
        </p:txBody>
      </p:sp>
      <p:pic>
        <p:nvPicPr>
          <p:cNvPr id="3" name="Picture 2">
            <a:extLst>
              <a:ext uri="{FF2B5EF4-FFF2-40B4-BE49-F238E27FC236}">
                <a16:creationId xmlns:a16="http://schemas.microsoft.com/office/drawing/2014/main" id="{BC2ED02B-1932-0BA9-83B2-9EEDB56CFF57}"/>
              </a:ext>
            </a:extLst>
          </p:cNvPr>
          <p:cNvPicPr>
            <a:picLocks noChangeAspect="1"/>
          </p:cNvPicPr>
          <p:nvPr userDrawn="1"/>
        </p:nvPicPr>
        <p:blipFill>
          <a:blip r:embed="rId2"/>
          <a:stretch>
            <a:fillRect/>
          </a:stretch>
        </p:blipFill>
        <p:spPr>
          <a:xfrm>
            <a:off x="525162" y="6465797"/>
            <a:ext cx="1348311" cy="260136"/>
          </a:xfrm>
          <a:prstGeom prst="rect">
            <a:avLst/>
          </a:prstGeom>
        </p:spPr>
      </p:pic>
    </p:spTree>
    <p:extLst>
      <p:ext uri="{BB962C8B-B14F-4D97-AF65-F5344CB8AC3E}">
        <p14:creationId xmlns:p14="http://schemas.microsoft.com/office/powerpoint/2010/main" val="238252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7D08C31-BCD5-A7E2-6028-14A09C64B824}"/>
              </a:ext>
            </a:extLst>
          </p:cNvPr>
          <p:cNvSpPr/>
          <p:nvPr userDrawn="1"/>
        </p:nvSpPr>
        <p:spPr>
          <a:xfrm>
            <a:off x="0" y="6338170"/>
            <a:ext cx="12192000" cy="519830"/>
          </a:xfrm>
          <a:prstGeom prst="rect">
            <a:avLst/>
          </a:prstGeom>
          <a:solidFill>
            <a:srgbClr val="DEFF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4000" tIns="144000" rIns="144000" bIns="144000" numCol="1" spcCol="0" rtlCol="0" fromWordArt="0" anchor="ctr" anchorCtr="0" forceAA="0" compatLnSpc="1">
            <a:prstTxWarp prst="textNoShape">
              <a:avLst/>
            </a:prstTxWarp>
            <a:noAutofit/>
          </a:bodyPr>
          <a:lstStyle/>
          <a:p>
            <a:pPr algn="l"/>
            <a:endParaRPr lang="en-GB" sz="1400" dirty="0">
              <a:solidFill>
                <a:schemeClr val="tx1"/>
              </a:solidFill>
            </a:endParaRPr>
          </a:p>
        </p:txBody>
      </p:sp>
      <p:sp>
        <p:nvSpPr>
          <p:cNvPr id="9" name="Slide Number Placeholder 8">
            <a:extLst>
              <a:ext uri="{FF2B5EF4-FFF2-40B4-BE49-F238E27FC236}">
                <a16:creationId xmlns:a16="http://schemas.microsoft.com/office/drawing/2014/main" id="{564908BC-25BB-DBE3-A2F1-E3693CC639FA}"/>
              </a:ext>
            </a:extLst>
          </p:cNvPr>
          <p:cNvSpPr>
            <a:spLocks noGrp="1"/>
          </p:cNvSpPr>
          <p:nvPr>
            <p:ph type="sldNum" sz="quarter" idx="12"/>
          </p:nvPr>
        </p:nvSpPr>
        <p:spPr>
          <a:xfrm>
            <a:off x="9005888" y="6474984"/>
            <a:ext cx="2743200" cy="253169"/>
          </a:xfrm>
        </p:spPr>
        <p:txBody>
          <a:bodyPr/>
          <a:lstStyle/>
          <a:p>
            <a:fld id="{52952A63-7B6D-1C48-A6CC-7217690063CF}" type="slidenum">
              <a:rPr lang="en-US" smtClean="0"/>
              <a:t>‹#›</a:t>
            </a:fld>
            <a:endParaRPr lang="en-US" dirty="0"/>
          </a:p>
        </p:txBody>
      </p:sp>
      <p:pic>
        <p:nvPicPr>
          <p:cNvPr id="12" name="Picture 11">
            <a:extLst>
              <a:ext uri="{FF2B5EF4-FFF2-40B4-BE49-F238E27FC236}">
                <a16:creationId xmlns:a16="http://schemas.microsoft.com/office/drawing/2014/main" id="{E552F7CE-269A-12CB-CEAA-84899B1F4307}"/>
              </a:ext>
            </a:extLst>
          </p:cNvPr>
          <p:cNvPicPr>
            <a:picLocks noChangeAspect="1"/>
          </p:cNvPicPr>
          <p:nvPr userDrawn="1"/>
        </p:nvPicPr>
        <p:blipFill>
          <a:blip r:embed="rId2">
            <a:lum bright="-100000"/>
          </a:blip>
          <a:stretch>
            <a:fillRect/>
          </a:stretch>
        </p:blipFill>
        <p:spPr>
          <a:xfrm>
            <a:off x="442912" y="6468017"/>
            <a:ext cx="1348310" cy="260136"/>
          </a:xfrm>
          <a:prstGeom prst="rect">
            <a:avLst/>
          </a:prstGeom>
        </p:spPr>
      </p:pic>
      <p:sp>
        <p:nvSpPr>
          <p:cNvPr id="15" name="Text Placeholder 14">
            <a:extLst>
              <a:ext uri="{FF2B5EF4-FFF2-40B4-BE49-F238E27FC236}">
                <a16:creationId xmlns:a16="http://schemas.microsoft.com/office/drawing/2014/main" id="{27460CCB-A295-D058-62A0-A5367F990FEC}"/>
              </a:ext>
            </a:extLst>
          </p:cNvPr>
          <p:cNvSpPr>
            <a:spLocks noGrp="1"/>
          </p:cNvSpPr>
          <p:nvPr>
            <p:ph type="body" sz="quarter" idx="13" hasCustomPrompt="1"/>
          </p:nvPr>
        </p:nvSpPr>
        <p:spPr>
          <a:xfrm>
            <a:off x="442913" y="388939"/>
            <a:ext cx="8424862" cy="337572"/>
          </a:xfrm>
        </p:spPr>
        <p:txBody>
          <a:bodyPr lIns="0" tIns="0" rIns="0" bIns="0"/>
          <a:lstStyle>
            <a:lvl1pPr marL="0" indent="0">
              <a:buNone/>
              <a:defRPr b="0" i="0">
                <a:latin typeface="Arial" panose="020B0604020202020204" pitchFamily="34" charset="0"/>
                <a:cs typeface="Arial" panose="020B0604020202020204" pitchFamily="34" charset="0"/>
              </a:defRPr>
            </a:lvl1pPr>
          </a:lstStyle>
          <a:p>
            <a:pPr lvl="0"/>
            <a:r>
              <a:rPr lang="en-US" dirty="0"/>
              <a:t>Insert subheading here</a:t>
            </a:r>
          </a:p>
        </p:txBody>
      </p:sp>
      <p:sp>
        <p:nvSpPr>
          <p:cNvPr id="17" name="Text Placeholder 16">
            <a:extLst>
              <a:ext uri="{FF2B5EF4-FFF2-40B4-BE49-F238E27FC236}">
                <a16:creationId xmlns:a16="http://schemas.microsoft.com/office/drawing/2014/main" id="{ADB7CA3D-EBB6-9219-1A7A-15588D34F8E2}"/>
              </a:ext>
            </a:extLst>
          </p:cNvPr>
          <p:cNvSpPr>
            <a:spLocks noGrp="1"/>
          </p:cNvSpPr>
          <p:nvPr>
            <p:ph type="body" sz="quarter" idx="14" hasCustomPrompt="1"/>
          </p:nvPr>
        </p:nvSpPr>
        <p:spPr>
          <a:xfrm>
            <a:off x="442913" y="1127125"/>
            <a:ext cx="11131550" cy="4835525"/>
          </a:xfrm>
        </p:spPr>
        <p:txBody>
          <a:bodyPr>
            <a:normAutofit/>
          </a:bodyPr>
          <a:lstStyle>
            <a:lvl1pPr marL="0" indent="0">
              <a:buNone/>
              <a:defRPr sz="1800" b="0" i="0">
                <a:latin typeface="Arial" panose="020B0604020202020204" pitchFamily="34" charset="0"/>
                <a:cs typeface="Arial" panose="020B0604020202020204" pitchFamily="34" charset="0"/>
              </a:defRPr>
            </a:lvl1pPr>
            <a:lvl2pPr marL="457200" indent="0">
              <a:buNone/>
              <a:defRPr sz="1800" b="0" i="0">
                <a:latin typeface="Arial" panose="020B0604020202020204" pitchFamily="34" charset="0"/>
                <a:cs typeface="Arial" panose="020B0604020202020204" pitchFamily="34" charset="0"/>
              </a:defRPr>
            </a:lvl2pPr>
            <a:lvl3pPr marL="914400" indent="0">
              <a:buNone/>
              <a:defRPr sz="1800" b="0" i="0">
                <a:latin typeface="Arial" panose="020B0604020202020204" pitchFamily="34" charset="0"/>
                <a:cs typeface="Arial" panose="020B0604020202020204" pitchFamily="34" charset="0"/>
              </a:defRPr>
            </a:lvl3pPr>
            <a:lvl4pPr marL="1371600" indent="0">
              <a:buNone/>
              <a:defRPr sz="1800" b="0" i="0">
                <a:latin typeface="Arial" panose="020B0604020202020204" pitchFamily="34" charset="0"/>
                <a:cs typeface="Arial" panose="020B0604020202020204" pitchFamily="34" charset="0"/>
              </a:defRPr>
            </a:lvl4pPr>
            <a:lvl5pPr marL="1828800" indent="0">
              <a:buNone/>
              <a:defRPr sz="1800" b="0" i="0">
                <a:latin typeface="Arial" panose="020B0604020202020204" pitchFamily="34" charset="0"/>
                <a:cs typeface="Arial" panose="020B0604020202020204" pitchFamily="34" charset="0"/>
              </a:defRPr>
            </a:lvl5pPr>
          </a:lstStyle>
          <a:p>
            <a:pPr lvl="0"/>
            <a:r>
              <a:rPr lang="en-GB" dirty="0"/>
              <a:t>Add body text here</a:t>
            </a:r>
            <a:endParaRPr lang="en-US" dirty="0"/>
          </a:p>
        </p:txBody>
      </p:sp>
    </p:spTree>
    <p:extLst>
      <p:ext uri="{BB962C8B-B14F-4D97-AF65-F5344CB8AC3E}">
        <p14:creationId xmlns:p14="http://schemas.microsoft.com/office/powerpoint/2010/main" val="31784768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0A575E5-C76A-7C73-EA5A-A4F885BD6899}"/>
              </a:ext>
            </a:extLst>
          </p:cNvPr>
          <p:cNvSpPr>
            <a:spLocks noGrp="1"/>
          </p:cNvSpPr>
          <p:nvPr>
            <p:ph type="sldNum" sz="quarter" idx="12"/>
          </p:nvPr>
        </p:nvSpPr>
        <p:spPr/>
        <p:txBody>
          <a:bodyPr/>
          <a:lstStyle/>
          <a:p>
            <a:fld id="{52952A63-7B6D-1C48-A6CC-7217690063CF}" type="slidenum">
              <a:rPr lang="en-US" smtClean="0"/>
              <a:t>‹#›</a:t>
            </a:fld>
            <a:endParaRPr lang="en-US" dirty="0"/>
          </a:p>
        </p:txBody>
      </p:sp>
      <p:sp>
        <p:nvSpPr>
          <p:cNvPr id="10" name="Picture Placeholder 9">
            <a:extLst>
              <a:ext uri="{FF2B5EF4-FFF2-40B4-BE49-F238E27FC236}">
                <a16:creationId xmlns:a16="http://schemas.microsoft.com/office/drawing/2014/main" id="{8D76989B-54B8-0D0B-2399-8B8DD7203ABD}"/>
              </a:ext>
            </a:extLst>
          </p:cNvPr>
          <p:cNvSpPr>
            <a:spLocks noGrp="1"/>
          </p:cNvSpPr>
          <p:nvPr>
            <p:ph type="pic" sz="quarter" idx="13"/>
          </p:nvPr>
        </p:nvSpPr>
        <p:spPr>
          <a:xfrm>
            <a:off x="8214102" y="0"/>
            <a:ext cx="3977898" cy="6858000"/>
          </a:xfrm>
          <a:solidFill>
            <a:schemeClr val="bg1"/>
          </a:solidFill>
        </p:spPr>
        <p:txBody>
          <a:bodyPr/>
          <a:lstStyle>
            <a:lvl1pPr marL="0" indent="0">
              <a:buNone/>
              <a:defRPr/>
            </a:lvl1pPr>
          </a:lstStyle>
          <a:p>
            <a:r>
              <a:rPr lang="en-US"/>
              <a:t>Click icon to add picture</a:t>
            </a:r>
            <a:endParaRPr lang="en-US" dirty="0"/>
          </a:p>
        </p:txBody>
      </p:sp>
      <p:sp>
        <p:nvSpPr>
          <p:cNvPr id="12" name="Text Placeholder 6">
            <a:extLst>
              <a:ext uri="{FF2B5EF4-FFF2-40B4-BE49-F238E27FC236}">
                <a16:creationId xmlns:a16="http://schemas.microsoft.com/office/drawing/2014/main" id="{E31ACC06-2FB0-E9E4-7D14-16F1E6566F66}"/>
              </a:ext>
            </a:extLst>
          </p:cNvPr>
          <p:cNvSpPr>
            <a:spLocks noGrp="1"/>
          </p:cNvSpPr>
          <p:nvPr>
            <p:ph type="body" sz="quarter" idx="14" hasCustomPrompt="1"/>
          </p:nvPr>
        </p:nvSpPr>
        <p:spPr>
          <a:xfrm>
            <a:off x="442912" y="2539986"/>
            <a:ext cx="7543800" cy="889014"/>
          </a:xfrm>
          <a:prstGeom prst="rect">
            <a:avLst/>
          </a:prstGeom>
        </p:spPr>
        <p:txBody>
          <a:bodyPr lIns="0" tIns="0" rIns="0" bIns="0" anchor="b"/>
          <a:lstStyle>
            <a:lvl1pPr marL="0" indent="0">
              <a:lnSpc>
                <a:spcPct val="100000"/>
              </a:lnSpc>
              <a:spcBef>
                <a:spcPts val="0"/>
              </a:spcBef>
              <a:buNone/>
              <a:defRPr sz="5000" b="1" i="0">
                <a:solidFill>
                  <a:schemeClr val="bg1"/>
                </a:solidFill>
                <a:latin typeface="Arial Black" panose="020B0604020202020204" pitchFamily="34" charset="0"/>
                <a:cs typeface="Arial Black"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GB" dirty="0"/>
              <a:t>Insert title here</a:t>
            </a:r>
          </a:p>
        </p:txBody>
      </p:sp>
      <p:sp>
        <p:nvSpPr>
          <p:cNvPr id="13" name="Text Placeholder 4">
            <a:extLst>
              <a:ext uri="{FF2B5EF4-FFF2-40B4-BE49-F238E27FC236}">
                <a16:creationId xmlns:a16="http://schemas.microsoft.com/office/drawing/2014/main" id="{A015C1B7-DFB0-9B65-629A-587BE0F6A198}"/>
              </a:ext>
            </a:extLst>
          </p:cNvPr>
          <p:cNvSpPr>
            <a:spLocks noGrp="1"/>
          </p:cNvSpPr>
          <p:nvPr>
            <p:ph type="body" sz="quarter" idx="15" hasCustomPrompt="1"/>
          </p:nvPr>
        </p:nvSpPr>
        <p:spPr>
          <a:xfrm>
            <a:off x="442912" y="3687748"/>
            <a:ext cx="7543800" cy="898525"/>
          </a:xfrm>
          <a:prstGeom prst="rect">
            <a:avLst/>
          </a:prstGeom>
        </p:spPr>
        <p:txBody>
          <a:bodyPr lIns="0" tIns="0" rIns="0" bIns="0"/>
          <a:lstStyle>
            <a:lvl1pPr marL="0" indent="0">
              <a:buNone/>
              <a:defRPr sz="2800" b="1" i="0">
                <a:solidFill>
                  <a:schemeClr val="bg2"/>
                </a:solidFill>
                <a:latin typeface="Arial" panose="020B0604020202020204" pitchFamily="34" charset="0"/>
                <a:cs typeface="Arial" panose="020B0604020202020204" pitchFamily="34" charset="0"/>
              </a:defRPr>
            </a:lvl1pPr>
            <a:lvl2pPr>
              <a:defRPr>
                <a:solidFill>
                  <a:schemeClr val="bg1"/>
                </a:solidFill>
                <a:latin typeface="Arial" panose="020B0604020202020204" pitchFamily="34" charset="0"/>
                <a:cs typeface="Arial" panose="020B0604020202020204" pitchFamily="34" charset="0"/>
              </a:defRPr>
            </a:lvl2pPr>
            <a:lvl3pPr>
              <a:defRPr>
                <a:solidFill>
                  <a:schemeClr val="bg1"/>
                </a:solidFill>
                <a:latin typeface="Arial" panose="020B0604020202020204" pitchFamily="34" charset="0"/>
                <a:cs typeface="Arial" panose="020B0604020202020204" pitchFamily="34" charset="0"/>
              </a:defRPr>
            </a:lvl3pPr>
            <a:lvl4pPr>
              <a:defRPr>
                <a:solidFill>
                  <a:schemeClr val="bg1"/>
                </a:solidFill>
                <a:latin typeface="Arial" panose="020B0604020202020204" pitchFamily="34" charset="0"/>
                <a:cs typeface="Arial" panose="020B0604020202020204" pitchFamily="34" charset="0"/>
              </a:defRPr>
            </a:lvl4pPr>
            <a:lvl5pPr>
              <a:defRPr>
                <a:solidFill>
                  <a:schemeClr val="bg1"/>
                </a:solidFill>
                <a:latin typeface="Arial" panose="020B0604020202020204" pitchFamily="34" charset="0"/>
                <a:cs typeface="Arial" panose="020B0604020202020204" pitchFamily="34" charset="0"/>
              </a:defRPr>
            </a:lvl5pPr>
          </a:lstStyle>
          <a:p>
            <a:pPr lvl="0"/>
            <a:r>
              <a:rPr lang="en-GB" dirty="0"/>
              <a:t>Insert subheading here</a:t>
            </a:r>
          </a:p>
        </p:txBody>
      </p:sp>
      <p:pic>
        <p:nvPicPr>
          <p:cNvPr id="15" name="Picture 14">
            <a:extLst>
              <a:ext uri="{FF2B5EF4-FFF2-40B4-BE49-F238E27FC236}">
                <a16:creationId xmlns:a16="http://schemas.microsoft.com/office/drawing/2014/main" id="{AEAEA8F0-6678-2A17-F4F4-683467304194}"/>
              </a:ext>
            </a:extLst>
          </p:cNvPr>
          <p:cNvPicPr>
            <a:picLocks noChangeAspect="1"/>
          </p:cNvPicPr>
          <p:nvPr userDrawn="1"/>
        </p:nvPicPr>
        <p:blipFill>
          <a:blip r:embed="rId3"/>
          <a:stretch>
            <a:fillRect/>
          </a:stretch>
        </p:blipFill>
        <p:spPr>
          <a:xfrm>
            <a:off x="442912" y="476250"/>
            <a:ext cx="1944687" cy="375198"/>
          </a:xfrm>
          <a:prstGeom prst="rect">
            <a:avLst/>
          </a:prstGeom>
        </p:spPr>
      </p:pic>
    </p:spTree>
    <p:extLst>
      <p:ext uri="{BB962C8B-B14F-4D97-AF65-F5344CB8AC3E}">
        <p14:creationId xmlns:p14="http://schemas.microsoft.com/office/powerpoint/2010/main" val="3076053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0488F47-31B3-196D-B4C9-A55A6A536FE7}"/>
              </a:ext>
            </a:extLst>
          </p:cNvPr>
          <p:cNvSpPr>
            <a:spLocks noGrp="1"/>
          </p:cNvSpPr>
          <p:nvPr>
            <p:ph type="sldNum" sz="quarter" idx="12"/>
          </p:nvPr>
        </p:nvSpPr>
        <p:spPr/>
        <p:txBody>
          <a:bodyPr/>
          <a:lstStyle/>
          <a:p>
            <a:fld id="{52952A63-7B6D-1C48-A6CC-7217690063CF}" type="slidenum">
              <a:rPr lang="en-US" smtClean="0"/>
              <a:t>‹#›</a:t>
            </a:fld>
            <a:endParaRPr lang="en-US" dirty="0"/>
          </a:p>
        </p:txBody>
      </p:sp>
      <p:sp>
        <p:nvSpPr>
          <p:cNvPr id="7" name="Title 1">
            <a:extLst>
              <a:ext uri="{FF2B5EF4-FFF2-40B4-BE49-F238E27FC236}">
                <a16:creationId xmlns:a16="http://schemas.microsoft.com/office/drawing/2014/main" id="{459A15FB-886C-2B2A-A012-A7E51A3CBE10}"/>
              </a:ext>
            </a:extLst>
          </p:cNvPr>
          <p:cNvSpPr>
            <a:spLocks noGrp="1"/>
          </p:cNvSpPr>
          <p:nvPr>
            <p:ph type="ctrTitle" hasCustomPrompt="1"/>
          </p:nvPr>
        </p:nvSpPr>
        <p:spPr>
          <a:xfrm>
            <a:off x="442912" y="2114814"/>
            <a:ext cx="7507719" cy="1182399"/>
          </a:xfrm>
        </p:spPr>
        <p:txBody>
          <a:bodyPr anchor="t"/>
          <a:lstStyle>
            <a:lvl1pPr algn="l">
              <a:defRPr sz="6000" b="1" i="0">
                <a:solidFill>
                  <a:schemeClr val="bg1"/>
                </a:solidFill>
                <a:latin typeface="Arial Black" panose="020B0604020202020204" pitchFamily="34" charset="0"/>
                <a:cs typeface="Arial Black" panose="020B0604020202020204" pitchFamily="34" charset="0"/>
              </a:defRPr>
            </a:lvl1pPr>
          </a:lstStyle>
          <a:p>
            <a:r>
              <a:rPr lang="en-GB" dirty="0"/>
              <a:t>Insert title</a:t>
            </a:r>
            <a:endParaRPr lang="en-US" dirty="0"/>
          </a:p>
        </p:txBody>
      </p:sp>
      <p:sp>
        <p:nvSpPr>
          <p:cNvPr id="8" name="Subtitle 2">
            <a:extLst>
              <a:ext uri="{FF2B5EF4-FFF2-40B4-BE49-F238E27FC236}">
                <a16:creationId xmlns:a16="http://schemas.microsoft.com/office/drawing/2014/main" id="{72BBCC89-7831-A15D-24CB-75B664339245}"/>
              </a:ext>
            </a:extLst>
          </p:cNvPr>
          <p:cNvSpPr>
            <a:spLocks noGrp="1"/>
          </p:cNvSpPr>
          <p:nvPr>
            <p:ph type="subTitle" idx="1" hasCustomPrompt="1"/>
          </p:nvPr>
        </p:nvSpPr>
        <p:spPr>
          <a:xfrm>
            <a:off x="442912" y="3389289"/>
            <a:ext cx="7507719" cy="1655762"/>
          </a:xfrm>
        </p:spPr>
        <p:txBody>
          <a:bodyPr>
            <a:normAutofit/>
          </a:bodyPr>
          <a:lstStyle>
            <a:lvl1pPr marL="0" indent="0" algn="l">
              <a:buNone/>
              <a:defRPr sz="2800" b="1"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Insert subheading</a:t>
            </a:r>
            <a:endParaRPr lang="en-US" dirty="0"/>
          </a:p>
        </p:txBody>
      </p:sp>
      <p:pic>
        <p:nvPicPr>
          <p:cNvPr id="10" name="Picture 9">
            <a:extLst>
              <a:ext uri="{FF2B5EF4-FFF2-40B4-BE49-F238E27FC236}">
                <a16:creationId xmlns:a16="http://schemas.microsoft.com/office/drawing/2014/main" id="{5F644A73-DECF-CBFE-5453-2758E16FB77C}"/>
              </a:ext>
            </a:extLst>
          </p:cNvPr>
          <p:cNvPicPr>
            <a:picLocks noChangeAspect="1"/>
          </p:cNvPicPr>
          <p:nvPr userDrawn="1"/>
        </p:nvPicPr>
        <p:blipFill>
          <a:blip r:embed="rId3"/>
          <a:stretch>
            <a:fillRect/>
          </a:stretch>
        </p:blipFill>
        <p:spPr>
          <a:xfrm>
            <a:off x="442912" y="476250"/>
            <a:ext cx="1944687" cy="375198"/>
          </a:xfrm>
          <a:prstGeom prst="rect">
            <a:avLst/>
          </a:prstGeom>
        </p:spPr>
      </p:pic>
      <p:sp>
        <p:nvSpPr>
          <p:cNvPr id="2" name="Picture Placeholder 9">
            <a:extLst>
              <a:ext uri="{FF2B5EF4-FFF2-40B4-BE49-F238E27FC236}">
                <a16:creationId xmlns:a16="http://schemas.microsoft.com/office/drawing/2014/main" id="{95F8DA9D-D3EC-FCAE-F2C4-BF0DF41E18B2}"/>
              </a:ext>
            </a:extLst>
          </p:cNvPr>
          <p:cNvSpPr>
            <a:spLocks noGrp="1"/>
          </p:cNvSpPr>
          <p:nvPr>
            <p:ph type="pic" sz="quarter" idx="13"/>
          </p:nvPr>
        </p:nvSpPr>
        <p:spPr>
          <a:xfrm>
            <a:off x="8214102" y="0"/>
            <a:ext cx="3977898" cy="6858000"/>
          </a:xfrm>
          <a:solidFill>
            <a:schemeClr val="bg1"/>
          </a:solidFill>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25200562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F11DCB3-2886-23A2-8291-E938FD12AD94}"/>
              </a:ext>
            </a:extLst>
          </p:cNvPr>
          <p:cNvSpPr>
            <a:spLocks noGrp="1"/>
          </p:cNvSpPr>
          <p:nvPr>
            <p:ph type="ctrTitle" hasCustomPrompt="1"/>
          </p:nvPr>
        </p:nvSpPr>
        <p:spPr>
          <a:xfrm>
            <a:off x="442912" y="2068319"/>
            <a:ext cx="7569712" cy="1182399"/>
          </a:xfrm>
        </p:spPr>
        <p:txBody>
          <a:bodyPr anchor="t"/>
          <a:lstStyle>
            <a:lvl1pPr algn="l">
              <a:defRPr sz="6000" b="1" i="0">
                <a:solidFill>
                  <a:srgbClr val="091920"/>
                </a:solidFill>
                <a:latin typeface="Arial Black" panose="020B0604020202020204" pitchFamily="34" charset="0"/>
                <a:cs typeface="Arial Black" panose="020B0604020202020204" pitchFamily="34" charset="0"/>
              </a:defRPr>
            </a:lvl1pPr>
          </a:lstStyle>
          <a:p>
            <a:r>
              <a:rPr lang="en-GB" dirty="0"/>
              <a:t>Insert title</a:t>
            </a:r>
            <a:endParaRPr lang="en-US" dirty="0"/>
          </a:p>
        </p:txBody>
      </p:sp>
      <p:sp>
        <p:nvSpPr>
          <p:cNvPr id="8" name="Subtitle 2">
            <a:extLst>
              <a:ext uri="{FF2B5EF4-FFF2-40B4-BE49-F238E27FC236}">
                <a16:creationId xmlns:a16="http://schemas.microsoft.com/office/drawing/2014/main" id="{4F7DE8CF-2F51-7327-7E1D-4BC923874C32}"/>
              </a:ext>
            </a:extLst>
          </p:cNvPr>
          <p:cNvSpPr>
            <a:spLocks noGrp="1"/>
          </p:cNvSpPr>
          <p:nvPr>
            <p:ph type="subTitle" idx="1" hasCustomPrompt="1"/>
          </p:nvPr>
        </p:nvSpPr>
        <p:spPr>
          <a:xfrm>
            <a:off x="442912" y="3342794"/>
            <a:ext cx="7569712" cy="1655762"/>
          </a:xfrm>
        </p:spPr>
        <p:txBody>
          <a:bodyPr>
            <a:normAutofit/>
          </a:bodyPr>
          <a:lstStyle>
            <a:lvl1pPr marL="0" indent="0" algn="l">
              <a:buNone/>
              <a:defRPr sz="2800" b="1" i="0">
                <a:solidFill>
                  <a:srgbClr val="091920"/>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Insert subheading</a:t>
            </a:r>
            <a:endParaRPr lang="en-US" dirty="0"/>
          </a:p>
        </p:txBody>
      </p:sp>
      <p:pic>
        <p:nvPicPr>
          <p:cNvPr id="11" name="Picture 10">
            <a:extLst>
              <a:ext uri="{FF2B5EF4-FFF2-40B4-BE49-F238E27FC236}">
                <a16:creationId xmlns:a16="http://schemas.microsoft.com/office/drawing/2014/main" id="{222648B0-DDDA-28DA-0F1C-F98A7070FBB8}"/>
              </a:ext>
            </a:extLst>
          </p:cNvPr>
          <p:cNvPicPr>
            <a:picLocks noChangeAspect="1"/>
          </p:cNvPicPr>
          <p:nvPr userDrawn="1"/>
        </p:nvPicPr>
        <p:blipFill>
          <a:blip r:embed="rId3">
            <a:lum bright="-100000"/>
          </a:blip>
          <a:stretch>
            <a:fillRect/>
          </a:stretch>
        </p:blipFill>
        <p:spPr>
          <a:xfrm>
            <a:off x="442912" y="476250"/>
            <a:ext cx="1944687" cy="375198"/>
          </a:xfrm>
          <a:prstGeom prst="rect">
            <a:avLst/>
          </a:prstGeom>
        </p:spPr>
      </p:pic>
      <p:sp>
        <p:nvSpPr>
          <p:cNvPr id="2" name="Picture Placeholder 9">
            <a:extLst>
              <a:ext uri="{FF2B5EF4-FFF2-40B4-BE49-F238E27FC236}">
                <a16:creationId xmlns:a16="http://schemas.microsoft.com/office/drawing/2014/main" id="{173DD454-5BA3-4BE5-7413-BB31CF7DDB24}"/>
              </a:ext>
            </a:extLst>
          </p:cNvPr>
          <p:cNvSpPr>
            <a:spLocks noGrp="1"/>
          </p:cNvSpPr>
          <p:nvPr>
            <p:ph type="pic" sz="quarter" idx="13"/>
          </p:nvPr>
        </p:nvSpPr>
        <p:spPr>
          <a:xfrm>
            <a:off x="8214102" y="0"/>
            <a:ext cx="3977898" cy="6858000"/>
          </a:xfrm>
          <a:solidFill>
            <a:schemeClr val="bg1"/>
          </a:solidFill>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16177209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9763DE0-6DCD-D282-E68C-E9612DC0286A}"/>
              </a:ext>
            </a:extLst>
          </p:cNvPr>
          <p:cNvSpPr/>
          <p:nvPr userDrawn="1"/>
        </p:nvSpPr>
        <p:spPr>
          <a:xfrm>
            <a:off x="0" y="0"/>
            <a:ext cx="3755136" cy="6338170"/>
          </a:xfrm>
          <a:prstGeom prst="rect">
            <a:avLst/>
          </a:prstGeom>
          <a:solidFill>
            <a:srgbClr val="00313C"/>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4000" tIns="144000" rIns="144000" bIns="144000" numCol="1" spcCol="0" rtlCol="0" fromWordArt="0" anchor="ctr" anchorCtr="0" forceAA="0" compatLnSpc="1">
            <a:prstTxWarp prst="textNoShape">
              <a:avLst/>
            </a:prstTxWarp>
            <a:noAutofit/>
          </a:bodyPr>
          <a:lstStyle/>
          <a:p>
            <a:pPr algn="l"/>
            <a:endParaRPr lang="en-US" sz="1400" dirty="0">
              <a:solidFill>
                <a:schemeClr val="tx1"/>
              </a:solidFill>
            </a:endParaRPr>
          </a:p>
        </p:txBody>
      </p:sp>
      <p:sp>
        <p:nvSpPr>
          <p:cNvPr id="11" name="Rectangle 10">
            <a:extLst>
              <a:ext uri="{FF2B5EF4-FFF2-40B4-BE49-F238E27FC236}">
                <a16:creationId xmlns:a16="http://schemas.microsoft.com/office/drawing/2014/main" id="{97D08C31-BCD5-A7E2-6028-14A09C64B824}"/>
              </a:ext>
            </a:extLst>
          </p:cNvPr>
          <p:cNvSpPr/>
          <p:nvPr userDrawn="1"/>
        </p:nvSpPr>
        <p:spPr>
          <a:xfrm>
            <a:off x="0" y="6338170"/>
            <a:ext cx="12192000" cy="519830"/>
          </a:xfrm>
          <a:prstGeom prst="rect">
            <a:avLst/>
          </a:prstGeom>
          <a:solidFill>
            <a:srgbClr val="DEFF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4000" tIns="144000" rIns="144000" bIns="144000" numCol="1" spcCol="0" rtlCol="0" fromWordArt="0" anchor="ctr" anchorCtr="0" forceAA="0" compatLnSpc="1">
            <a:prstTxWarp prst="textNoShape">
              <a:avLst/>
            </a:prstTxWarp>
            <a:noAutofit/>
          </a:bodyPr>
          <a:lstStyle/>
          <a:p>
            <a:pPr algn="l"/>
            <a:endParaRPr lang="en-GB" sz="1400" dirty="0">
              <a:solidFill>
                <a:schemeClr val="tx1"/>
              </a:solidFill>
            </a:endParaRPr>
          </a:p>
        </p:txBody>
      </p:sp>
      <p:sp>
        <p:nvSpPr>
          <p:cNvPr id="9" name="Slide Number Placeholder 8">
            <a:extLst>
              <a:ext uri="{FF2B5EF4-FFF2-40B4-BE49-F238E27FC236}">
                <a16:creationId xmlns:a16="http://schemas.microsoft.com/office/drawing/2014/main" id="{564908BC-25BB-DBE3-A2F1-E3693CC639FA}"/>
              </a:ext>
            </a:extLst>
          </p:cNvPr>
          <p:cNvSpPr>
            <a:spLocks noGrp="1"/>
          </p:cNvSpPr>
          <p:nvPr>
            <p:ph type="sldNum" sz="quarter" idx="12"/>
          </p:nvPr>
        </p:nvSpPr>
        <p:spPr>
          <a:xfrm>
            <a:off x="9005888" y="6474984"/>
            <a:ext cx="2743200" cy="253169"/>
          </a:xfrm>
        </p:spPr>
        <p:txBody>
          <a:bodyPr/>
          <a:lstStyle/>
          <a:p>
            <a:fld id="{52952A63-7B6D-1C48-A6CC-7217690063CF}" type="slidenum">
              <a:rPr lang="en-US" smtClean="0"/>
              <a:t>‹#›</a:t>
            </a:fld>
            <a:endParaRPr lang="en-US" dirty="0"/>
          </a:p>
        </p:txBody>
      </p:sp>
      <p:pic>
        <p:nvPicPr>
          <p:cNvPr id="12" name="Picture 11">
            <a:extLst>
              <a:ext uri="{FF2B5EF4-FFF2-40B4-BE49-F238E27FC236}">
                <a16:creationId xmlns:a16="http://schemas.microsoft.com/office/drawing/2014/main" id="{E552F7CE-269A-12CB-CEAA-84899B1F4307}"/>
              </a:ext>
            </a:extLst>
          </p:cNvPr>
          <p:cNvPicPr>
            <a:picLocks noChangeAspect="1"/>
          </p:cNvPicPr>
          <p:nvPr userDrawn="1"/>
        </p:nvPicPr>
        <p:blipFill>
          <a:blip r:embed="rId2">
            <a:lum bright="-100000"/>
          </a:blip>
          <a:stretch>
            <a:fillRect/>
          </a:stretch>
        </p:blipFill>
        <p:spPr>
          <a:xfrm>
            <a:off x="442912" y="6468017"/>
            <a:ext cx="1348310" cy="260136"/>
          </a:xfrm>
          <a:prstGeom prst="rect">
            <a:avLst/>
          </a:prstGeom>
        </p:spPr>
      </p:pic>
      <p:sp>
        <p:nvSpPr>
          <p:cNvPr id="15" name="Text Placeholder 14">
            <a:extLst>
              <a:ext uri="{FF2B5EF4-FFF2-40B4-BE49-F238E27FC236}">
                <a16:creationId xmlns:a16="http://schemas.microsoft.com/office/drawing/2014/main" id="{27460CCB-A295-D058-62A0-A5367F990FEC}"/>
              </a:ext>
            </a:extLst>
          </p:cNvPr>
          <p:cNvSpPr>
            <a:spLocks noGrp="1"/>
          </p:cNvSpPr>
          <p:nvPr>
            <p:ph type="body" sz="quarter" idx="13" hasCustomPrompt="1"/>
          </p:nvPr>
        </p:nvSpPr>
        <p:spPr>
          <a:xfrm>
            <a:off x="211015" y="388938"/>
            <a:ext cx="3356150" cy="506411"/>
          </a:xfrm>
        </p:spPr>
        <p:txBody>
          <a:bodyPr lIns="0" tIns="0" rIns="0" bIns="0">
            <a:noAutofit/>
          </a:bodyPr>
          <a:lstStyle>
            <a:lvl1pPr marL="0" indent="0">
              <a:buNone/>
              <a:defRPr sz="2400" b="1" i="0">
                <a:solidFill>
                  <a:schemeClr val="bg1"/>
                </a:solidFill>
                <a:latin typeface="Arial Black" panose="020B0604020202020204" pitchFamily="34" charset="0"/>
                <a:cs typeface="Arial Black" panose="020B0604020202020204" pitchFamily="34" charset="0"/>
              </a:defRPr>
            </a:lvl1pPr>
          </a:lstStyle>
          <a:p>
            <a:pPr lvl="0"/>
            <a:r>
              <a:rPr lang="en-US" dirty="0"/>
              <a:t>Insert subheading here</a:t>
            </a:r>
          </a:p>
        </p:txBody>
      </p:sp>
      <p:sp>
        <p:nvSpPr>
          <p:cNvPr id="17" name="Text Placeholder 16">
            <a:extLst>
              <a:ext uri="{FF2B5EF4-FFF2-40B4-BE49-F238E27FC236}">
                <a16:creationId xmlns:a16="http://schemas.microsoft.com/office/drawing/2014/main" id="{ADB7CA3D-EBB6-9219-1A7A-15588D34F8E2}"/>
              </a:ext>
            </a:extLst>
          </p:cNvPr>
          <p:cNvSpPr>
            <a:spLocks noGrp="1"/>
          </p:cNvSpPr>
          <p:nvPr>
            <p:ph type="body" sz="quarter" idx="14" hasCustomPrompt="1"/>
          </p:nvPr>
        </p:nvSpPr>
        <p:spPr>
          <a:xfrm>
            <a:off x="211015" y="1127125"/>
            <a:ext cx="3356150" cy="309789"/>
          </a:xfrm>
        </p:spPr>
        <p:txBody>
          <a:bodyPr lIns="0" tIns="0" rIns="0" bIns="0">
            <a:normAutofit/>
          </a:bodyPr>
          <a:lstStyle>
            <a:lvl1pPr marL="0" indent="0">
              <a:buNone/>
              <a:defRPr sz="1800" b="1" i="0">
                <a:solidFill>
                  <a:schemeClr val="bg1"/>
                </a:solidFill>
                <a:latin typeface="Arial" panose="020B0604020202020204" pitchFamily="34" charset="0"/>
                <a:cs typeface="Arial" panose="020B0604020202020204" pitchFamily="34" charset="0"/>
              </a:defRPr>
            </a:lvl1pPr>
            <a:lvl2pPr marL="457200" indent="0">
              <a:buNone/>
              <a:defRPr sz="1800" b="0" i="0">
                <a:latin typeface="Arial" panose="020B0604020202020204" pitchFamily="34" charset="0"/>
                <a:cs typeface="Arial" panose="020B0604020202020204" pitchFamily="34" charset="0"/>
              </a:defRPr>
            </a:lvl2pPr>
            <a:lvl3pPr marL="914400" indent="0">
              <a:buNone/>
              <a:defRPr sz="1800" b="0" i="0">
                <a:latin typeface="Arial" panose="020B0604020202020204" pitchFamily="34" charset="0"/>
                <a:cs typeface="Arial" panose="020B0604020202020204" pitchFamily="34" charset="0"/>
              </a:defRPr>
            </a:lvl3pPr>
            <a:lvl4pPr marL="1371600" indent="0">
              <a:buNone/>
              <a:defRPr sz="1800" b="0" i="0">
                <a:latin typeface="Arial" panose="020B0604020202020204" pitchFamily="34" charset="0"/>
                <a:cs typeface="Arial" panose="020B0604020202020204" pitchFamily="34" charset="0"/>
              </a:defRPr>
            </a:lvl4pPr>
            <a:lvl5pPr marL="1828800" indent="0">
              <a:buNone/>
              <a:defRPr sz="1800" b="0" i="0">
                <a:latin typeface="Arial" panose="020B0604020202020204" pitchFamily="34" charset="0"/>
                <a:cs typeface="Arial" panose="020B0604020202020204" pitchFamily="34" charset="0"/>
              </a:defRPr>
            </a:lvl5pPr>
          </a:lstStyle>
          <a:p>
            <a:pPr lvl="0"/>
            <a:r>
              <a:rPr lang="en-GB" dirty="0"/>
              <a:t>Insert subheading</a:t>
            </a:r>
            <a:endParaRPr lang="en-US" dirty="0"/>
          </a:p>
        </p:txBody>
      </p:sp>
      <p:sp>
        <p:nvSpPr>
          <p:cNvPr id="4" name="Text Placeholder 3">
            <a:extLst>
              <a:ext uri="{FF2B5EF4-FFF2-40B4-BE49-F238E27FC236}">
                <a16:creationId xmlns:a16="http://schemas.microsoft.com/office/drawing/2014/main" id="{EA122FAF-904E-B6F2-97F3-C994DB42378C}"/>
              </a:ext>
            </a:extLst>
          </p:cNvPr>
          <p:cNvSpPr>
            <a:spLocks noGrp="1"/>
          </p:cNvSpPr>
          <p:nvPr>
            <p:ph type="body" sz="quarter" idx="15" hasCustomPrompt="1"/>
          </p:nvPr>
        </p:nvSpPr>
        <p:spPr>
          <a:xfrm>
            <a:off x="211138" y="1668690"/>
            <a:ext cx="3355975" cy="4179660"/>
          </a:xfrm>
        </p:spPr>
        <p:txBody>
          <a:bodyPr lIns="0" tIns="0" rIns="0" bIns="0">
            <a:normAutofit/>
          </a:bodyPr>
          <a:lstStyle>
            <a:lvl1pPr marL="0" indent="0">
              <a:buNone/>
              <a:defRPr sz="1400">
                <a:solidFill>
                  <a:schemeClr val="bg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GB" dirty="0"/>
              <a:t>Insert body text here</a:t>
            </a:r>
            <a:endParaRPr lang="en-US" dirty="0"/>
          </a:p>
        </p:txBody>
      </p:sp>
      <p:sp>
        <p:nvSpPr>
          <p:cNvPr id="6" name="Picture Placeholder 5">
            <a:extLst>
              <a:ext uri="{FF2B5EF4-FFF2-40B4-BE49-F238E27FC236}">
                <a16:creationId xmlns:a16="http://schemas.microsoft.com/office/drawing/2014/main" id="{BC367DF8-0FF0-31AE-A52D-316480B56532}"/>
              </a:ext>
            </a:extLst>
          </p:cNvPr>
          <p:cNvSpPr>
            <a:spLocks noGrp="1"/>
          </p:cNvSpPr>
          <p:nvPr>
            <p:ph type="pic" sz="quarter" idx="16"/>
          </p:nvPr>
        </p:nvSpPr>
        <p:spPr>
          <a:xfrm>
            <a:off x="3754438" y="0"/>
            <a:ext cx="8437562" cy="6338170"/>
          </a:xfrm>
          <a:solidFill>
            <a:schemeClr val="bg2"/>
          </a:solidFill>
        </p:spPr>
        <p:txBody>
          <a:bodyPr lIns="0" tIns="0" rIns="0" bIns="0"/>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4279129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7D08C31-BCD5-A7E2-6028-14A09C64B824}"/>
              </a:ext>
            </a:extLst>
          </p:cNvPr>
          <p:cNvSpPr/>
          <p:nvPr userDrawn="1"/>
        </p:nvSpPr>
        <p:spPr>
          <a:xfrm>
            <a:off x="0" y="6338170"/>
            <a:ext cx="12192000" cy="519830"/>
          </a:xfrm>
          <a:prstGeom prst="rect">
            <a:avLst/>
          </a:prstGeom>
          <a:solidFill>
            <a:srgbClr val="091920"/>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4000" tIns="144000" rIns="144000" bIns="144000" numCol="1" spcCol="0" rtlCol="0" fromWordArt="0" anchor="ctr" anchorCtr="0" forceAA="0" compatLnSpc="1">
            <a:prstTxWarp prst="textNoShape">
              <a:avLst/>
            </a:prstTxWarp>
            <a:noAutofit/>
          </a:bodyPr>
          <a:lstStyle/>
          <a:p>
            <a:pPr algn="l"/>
            <a:endParaRPr lang="en-GB" sz="1400" dirty="0">
              <a:solidFill>
                <a:schemeClr val="tx1"/>
              </a:solidFill>
            </a:endParaRPr>
          </a:p>
        </p:txBody>
      </p:sp>
      <p:sp>
        <p:nvSpPr>
          <p:cNvPr id="9" name="Slide Number Placeholder 8">
            <a:extLst>
              <a:ext uri="{FF2B5EF4-FFF2-40B4-BE49-F238E27FC236}">
                <a16:creationId xmlns:a16="http://schemas.microsoft.com/office/drawing/2014/main" id="{564908BC-25BB-DBE3-A2F1-E3693CC639FA}"/>
              </a:ext>
            </a:extLst>
          </p:cNvPr>
          <p:cNvSpPr>
            <a:spLocks noGrp="1"/>
          </p:cNvSpPr>
          <p:nvPr>
            <p:ph type="sldNum" sz="quarter" idx="12"/>
          </p:nvPr>
        </p:nvSpPr>
        <p:spPr>
          <a:xfrm>
            <a:off x="9005888" y="6474984"/>
            <a:ext cx="2743200" cy="253169"/>
          </a:xfrm>
        </p:spPr>
        <p:txBody>
          <a:bodyPr/>
          <a:lstStyle>
            <a:lvl1pPr>
              <a:defRPr>
                <a:solidFill>
                  <a:schemeClr val="bg1"/>
                </a:solidFill>
              </a:defRPr>
            </a:lvl1pPr>
          </a:lstStyle>
          <a:p>
            <a:fld id="{52952A63-7B6D-1C48-A6CC-7217690063CF}" type="slidenum">
              <a:rPr lang="en-US" smtClean="0"/>
              <a:pPr/>
              <a:t>‹#›</a:t>
            </a:fld>
            <a:endParaRPr lang="en-US" dirty="0"/>
          </a:p>
        </p:txBody>
      </p:sp>
      <p:sp>
        <p:nvSpPr>
          <p:cNvPr id="15" name="Text Placeholder 14">
            <a:extLst>
              <a:ext uri="{FF2B5EF4-FFF2-40B4-BE49-F238E27FC236}">
                <a16:creationId xmlns:a16="http://schemas.microsoft.com/office/drawing/2014/main" id="{27460CCB-A295-D058-62A0-A5367F990FEC}"/>
              </a:ext>
            </a:extLst>
          </p:cNvPr>
          <p:cNvSpPr>
            <a:spLocks noGrp="1"/>
          </p:cNvSpPr>
          <p:nvPr>
            <p:ph type="body" sz="quarter" idx="13" hasCustomPrompt="1"/>
          </p:nvPr>
        </p:nvSpPr>
        <p:spPr>
          <a:xfrm>
            <a:off x="525161" y="1153427"/>
            <a:ext cx="5381624" cy="337572"/>
          </a:xfrm>
        </p:spPr>
        <p:txBody>
          <a:bodyPr lIns="0" tIns="0" rIns="0" bIns="0">
            <a:normAutofit/>
          </a:bodyPr>
          <a:lstStyle>
            <a:lvl1pPr marL="0" indent="0">
              <a:buNone/>
              <a:defRPr sz="2400" b="0" i="0">
                <a:latin typeface="Arial" panose="020B0604020202020204" pitchFamily="34" charset="0"/>
                <a:cs typeface="Arial" panose="020B0604020202020204" pitchFamily="34" charset="0"/>
              </a:defRPr>
            </a:lvl1pPr>
          </a:lstStyle>
          <a:p>
            <a:pPr lvl="0"/>
            <a:r>
              <a:rPr lang="en-US" dirty="0"/>
              <a:t>Insert subheading here</a:t>
            </a:r>
          </a:p>
        </p:txBody>
      </p:sp>
      <p:sp>
        <p:nvSpPr>
          <p:cNvPr id="17" name="Text Placeholder 16">
            <a:extLst>
              <a:ext uri="{FF2B5EF4-FFF2-40B4-BE49-F238E27FC236}">
                <a16:creationId xmlns:a16="http://schemas.microsoft.com/office/drawing/2014/main" id="{ADB7CA3D-EBB6-9219-1A7A-15588D34F8E2}"/>
              </a:ext>
            </a:extLst>
          </p:cNvPr>
          <p:cNvSpPr>
            <a:spLocks noGrp="1"/>
          </p:cNvSpPr>
          <p:nvPr>
            <p:ph type="body" sz="quarter" idx="14" hasCustomPrompt="1"/>
          </p:nvPr>
        </p:nvSpPr>
        <p:spPr>
          <a:xfrm>
            <a:off x="525162" y="2208974"/>
            <a:ext cx="5381625" cy="3708160"/>
          </a:xfrm>
        </p:spPr>
        <p:txBody>
          <a:bodyPr lIns="0" tIns="0" rIns="0" bIns="0">
            <a:normAutofit/>
          </a:bodyPr>
          <a:lstStyle>
            <a:lvl1pPr marL="0" indent="0">
              <a:buNone/>
              <a:defRPr sz="1600" b="0" i="0">
                <a:latin typeface="Arial" panose="020B0604020202020204" pitchFamily="34" charset="0"/>
                <a:cs typeface="Arial" panose="020B0604020202020204" pitchFamily="34" charset="0"/>
              </a:defRPr>
            </a:lvl1pPr>
            <a:lvl2pPr marL="457200" indent="0">
              <a:buNone/>
              <a:defRPr sz="1800" b="0" i="0">
                <a:latin typeface="Arial" panose="020B0604020202020204" pitchFamily="34" charset="0"/>
                <a:cs typeface="Arial" panose="020B0604020202020204" pitchFamily="34" charset="0"/>
              </a:defRPr>
            </a:lvl2pPr>
            <a:lvl3pPr marL="914400" indent="0">
              <a:buNone/>
              <a:defRPr sz="1800" b="0" i="0">
                <a:latin typeface="Arial" panose="020B0604020202020204" pitchFamily="34" charset="0"/>
                <a:cs typeface="Arial" panose="020B0604020202020204" pitchFamily="34" charset="0"/>
              </a:defRPr>
            </a:lvl3pPr>
            <a:lvl4pPr marL="1371600" indent="0">
              <a:buNone/>
              <a:defRPr sz="1800" b="0" i="0">
                <a:latin typeface="Arial" panose="020B0604020202020204" pitchFamily="34" charset="0"/>
                <a:cs typeface="Arial" panose="020B0604020202020204" pitchFamily="34" charset="0"/>
              </a:defRPr>
            </a:lvl4pPr>
            <a:lvl5pPr marL="1828800" indent="0">
              <a:buNone/>
              <a:defRPr sz="1800" b="0" i="0">
                <a:latin typeface="Arial" panose="020B0604020202020204" pitchFamily="34" charset="0"/>
                <a:cs typeface="Arial" panose="020B0604020202020204" pitchFamily="34" charset="0"/>
              </a:defRPr>
            </a:lvl5pPr>
          </a:lstStyle>
          <a:p>
            <a:pPr lvl="0"/>
            <a:r>
              <a:rPr lang="en-GB" dirty="0"/>
              <a:t>Add body text here</a:t>
            </a:r>
            <a:endParaRPr lang="en-US" dirty="0"/>
          </a:p>
        </p:txBody>
      </p:sp>
      <p:pic>
        <p:nvPicPr>
          <p:cNvPr id="3" name="Picture 2">
            <a:extLst>
              <a:ext uri="{FF2B5EF4-FFF2-40B4-BE49-F238E27FC236}">
                <a16:creationId xmlns:a16="http://schemas.microsoft.com/office/drawing/2014/main" id="{BC2ED02B-1932-0BA9-83B2-9EEDB56CFF57}"/>
              </a:ext>
            </a:extLst>
          </p:cNvPr>
          <p:cNvPicPr>
            <a:picLocks noChangeAspect="1"/>
          </p:cNvPicPr>
          <p:nvPr userDrawn="1"/>
        </p:nvPicPr>
        <p:blipFill>
          <a:blip r:embed="rId2"/>
          <a:stretch>
            <a:fillRect/>
          </a:stretch>
        </p:blipFill>
        <p:spPr>
          <a:xfrm>
            <a:off x="525162" y="6465797"/>
            <a:ext cx="1348311" cy="260136"/>
          </a:xfrm>
          <a:prstGeom prst="rect">
            <a:avLst/>
          </a:prstGeom>
        </p:spPr>
      </p:pic>
      <p:sp>
        <p:nvSpPr>
          <p:cNvPr id="2" name="Text Placeholder 14">
            <a:extLst>
              <a:ext uri="{FF2B5EF4-FFF2-40B4-BE49-F238E27FC236}">
                <a16:creationId xmlns:a16="http://schemas.microsoft.com/office/drawing/2014/main" id="{BB2AEDDB-C201-E9FF-F60F-6680D14FB666}"/>
              </a:ext>
            </a:extLst>
          </p:cNvPr>
          <p:cNvSpPr>
            <a:spLocks noGrp="1"/>
          </p:cNvSpPr>
          <p:nvPr>
            <p:ph type="body" sz="quarter" idx="15" hasCustomPrompt="1"/>
          </p:nvPr>
        </p:nvSpPr>
        <p:spPr>
          <a:xfrm>
            <a:off x="525161" y="459309"/>
            <a:ext cx="5381624" cy="337572"/>
          </a:xfrm>
        </p:spPr>
        <p:txBody>
          <a:bodyPr lIns="0" tIns="0" rIns="0" bIns="0">
            <a:noAutofit/>
          </a:bodyPr>
          <a:lstStyle>
            <a:lvl1pPr marL="0" indent="0">
              <a:buNone/>
              <a:defRPr sz="3200" b="1" i="0">
                <a:latin typeface="Arial Black" panose="020B0604020202020204" pitchFamily="34" charset="0"/>
                <a:cs typeface="Arial Black" panose="020B0604020202020204" pitchFamily="34" charset="0"/>
              </a:defRPr>
            </a:lvl1pPr>
          </a:lstStyle>
          <a:p>
            <a:pPr lvl="0"/>
            <a:r>
              <a:rPr lang="en-US" dirty="0"/>
              <a:t>Click to add title</a:t>
            </a:r>
          </a:p>
        </p:txBody>
      </p:sp>
      <p:sp>
        <p:nvSpPr>
          <p:cNvPr id="5" name="Picture Placeholder 4">
            <a:extLst>
              <a:ext uri="{FF2B5EF4-FFF2-40B4-BE49-F238E27FC236}">
                <a16:creationId xmlns:a16="http://schemas.microsoft.com/office/drawing/2014/main" id="{E9EC9034-C2DF-9AAC-36AF-EEF3E1CFD9AF}"/>
              </a:ext>
            </a:extLst>
          </p:cNvPr>
          <p:cNvSpPr>
            <a:spLocks noGrp="1"/>
          </p:cNvSpPr>
          <p:nvPr>
            <p:ph type="pic" sz="quarter" idx="16"/>
          </p:nvPr>
        </p:nvSpPr>
        <p:spPr>
          <a:xfrm>
            <a:off x="6285215" y="459309"/>
            <a:ext cx="2621993" cy="2621993"/>
          </a:xfrm>
          <a:solidFill>
            <a:schemeClr val="bg2"/>
          </a:solidFill>
        </p:spPr>
        <p:txBody>
          <a:bodyPr/>
          <a:lstStyle>
            <a:lvl1pPr marL="0" indent="0">
              <a:buNone/>
              <a:defRPr/>
            </a:lvl1pPr>
          </a:lstStyle>
          <a:p>
            <a:r>
              <a:rPr lang="en-US"/>
              <a:t>Click icon to add picture</a:t>
            </a:r>
            <a:endParaRPr lang="en-US" dirty="0"/>
          </a:p>
        </p:txBody>
      </p:sp>
      <p:sp>
        <p:nvSpPr>
          <p:cNvPr id="6" name="Picture Placeholder 4">
            <a:extLst>
              <a:ext uri="{FF2B5EF4-FFF2-40B4-BE49-F238E27FC236}">
                <a16:creationId xmlns:a16="http://schemas.microsoft.com/office/drawing/2014/main" id="{48DE057D-22AF-7C06-3E94-56D0F68A66DF}"/>
              </a:ext>
            </a:extLst>
          </p:cNvPr>
          <p:cNvSpPr>
            <a:spLocks noGrp="1"/>
          </p:cNvSpPr>
          <p:nvPr>
            <p:ph type="pic" sz="quarter" idx="17"/>
          </p:nvPr>
        </p:nvSpPr>
        <p:spPr>
          <a:xfrm>
            <a:off x="9123664" y="459309"/>
            <a:ext cx="2621993" cy="2621993"/>
          </a:xfrm>
          <a:solidFill>
            <a:schemeClr val="bg2"/>
          </a:solidFill>
        </p:spPr>
        <p:txBody>
          <a:bodyPr/>
          <a:lstStyle>
            <a:lvl1pPr marL="0" indent="0">
              <a:buNone/>
              <a:defRPr/>
            </a:lvl1pPr>
          </a:lstStyle>
          <a:p>
            <a:r>
              <a:rPr lang="en-US"/>
              <a:t>Click icon to add picture</a:t>
            </a:r>
            <a:endParaRPr lang="en-US" dirty="0"/>
          </a:p>
        </p:txBody>
      </p:sp>
      <p:sp>
        <p:nvSpPr>
          <p:cNvPr id="7" name="Picture Placeholder 4">
            <a:extLst>
              <a:ext uri="{FF2B5EF4-FFF2-40B4-BE49-F238E27FC236}">
                <a16:creationId xmlns:a16="http://schemas.microsoft.com/office/drawing/2014/main" id="{CB00D436-ABAA-AA32-1FFC-4ADA0A3544D2}"/>
              </a:ext>
            </a:extLst>
          </p:cNvPr>
          <p:cNvSpPr>
            <a:spLocks noGrp="1"/>
          </p:cNvSpPr>
          <p:nvPr>
            <p:ph type="pic" sz="quarter" idx="18"/>
          </p:nvPr>
        </p:nvSpPr>
        <p:spPr>
          <a:xfrm>
            <a:off x="6285215" y="3295141"/>
            <a:ext cx="2621993" cy="2621993"/>
          </a:xfrm>
          <a:solidFill>
            <a:schemeClr val="bg2"/>
          </a:solidFill>
        </p:spPr>
        <p:txBody>
          <a:bodyPr/>
          <a:lstStyle>
            <a:lvl1pPr marL="0" indent="0">
              <a:buNone/>
              <a:defRPr/>
            </a:lvl1pPr>
          </a:lstStyle>
          <a:p>
            <a:r>
              <a:rPr lang="en-US"/>
              <a:t>Click icon to add picture</a:t>
            </a:r>
            <a:endParaRPr lang="en-US" dirty="0"/>
          </a:p>
        </p:txBody>
      </p:sp>
      <p:sp>
        <p:nvSpPr>
          <p:cNvPr id="8" name="Picture Placeholder 4">
            <a:extLst>
              <a:ext uri="{FF2B5EF4-FFF2-40B4-BE49-F238E27FC236}">
                <a16:creationId xmlns:a16="http://schemas.microsoft.com/office/drawing/2014/main" id="{3666671A-82BA-EF3E-E1E3-69E76D9857EE}"/>
              </a:ext>
            </a:extLst>
          </p:cNvPr>
          <p:cNvSpPr>
            <a:spLocks noGrp="1"/>
          </p:cNvSpPr>
          <p:nvPr>
            <p:ph type="pic" sz="quarter" idx="19"/>
          </p:nvPr>
        </p:nvSpPr>
        <p:spPr>
          <a:xfrm>
            <a:off x="9123664" y="3295141"/>
            <a:ext cx="2621993" cy="2621993"/>
          </a:xfrm>
          <a:solidFill>
            <a:schemeClr val="bg2"/>
          </a:solidFill>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7187200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7D08C31-BCD5-A7E2-6028-14A09C64B824}"/>
              </a:ext>
            </a:extLst>
          </p:cNvPr>
          <p:cNvSpPr/>
          <p:nvPr userDrawn="1"/>
        </p:nvSpPr>
        <p:spPr>
          <a:xfrm>
            <a:off x="0" y="6495172"/>
            <a:ext cx="12192000" cy="362827"/>
          </a:xfrm>
          <a:prstGeom prst="rect">
            <a:avLst/>
          </a:prstGeom>
          <a:solidFill>
            <a:srgbClr val="DEFF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4000" tIns="144000" rIns="144000" bIns="144000" numCol="1" spcCol="0" rtlCol="0" fromWordArt="0" anchor="ctr" anchorCtr="0" forceAA="0" compatLnSpc="1">
            <a:prstTxWarp prst="textNoShape">
              <a:avLst/>
            </a:prstTxWarp>
            <a:noAutofit/>
          </a:bodyPr>
          <a:lstStyle/>
          <a:p>
            <a:pPr algn="l"/>
            <a:endParaRPr lang="en-GB" sz="1400" dirty="0">
              <a:solidFill>
                <a:schemeClr val="tx1"/>
              </a:solidFill>
            </a:endParaRPr>
          </a:p>
        </p:txBody>
      </p:sp>
      <p:sp>
        <p:nvSpPr>
          <p:cNvPr id="9" name="Slide Number Placeholder 8">
            <a:extLst>
              <a:ext uri="{FF2B5EF4-FFF2-40B4-BE49-F238E27FC236}">
                <a16:creationId xmlns:a16="http://schemas.microsoft.com/office/drawing/2014/main" id="{564908BC-25BB-DBE3-A2F1-E3693CC639FA}"/>
              </a:ext>
            </a:extLst>
          </p:cNvPr>
          <p:cNvSpPr>
            <a:spLocks noGrp="1"/>
          </p:cNvSpPr>
          <p:nvPr>
            <p:ph type="sldNum" sz="quarter" idx="12"/>
          </p:nvPr>
        </p:nvSpPr>
        <p:spPr>
          <a:xfrm>
            <a:off x="9005888" y="6546517"/>
            <a:ext cx="2743200" cy="181636"/>
          </a:xfrm>
        </p:spPr>
        <p:txBody>
          <a:bodyPr/>
          <a:lstStyle/>
          <a:p>
            <a:fld id="{52952A63-7B6D-1C48-A6CC-7217690063CF}" type="slidenum">
              <a:rPr lang="en-US" smtClean="0"/>
              <a:t>‹#›</a:t>
            </a:fld>
            <a:endParaRPr lang="en-US" dirty="0"/>
          </a:p>
        </p:txBody>
      </p:sp>
      <p:pic>
        <p:nvPicPr>
          <p:cNvPr id="12" name="Picture 11">
            <a:extLst>
              <a:ext uri="{FF2B5EF4-FFF2-40B4-BE49-F238E27FC236}">
                <a16:creationId xmlns:a16="http://schemas.microsoft.com/office/drawing/2014/main" id="{E552F7CE-269A-12CB-CEAA-84899B1F4307}"/>
              </a:ext>
            </a:extLst>
          </p:cNvPr>
          <p:cNvPicPr>
            <a:picLocks noChangeAspect="1"/>
          </p:cNvPicPr>
          <p:nvPr userDrawn="1"/>
        </p:nvPicPr>
        <p:blipFill>
          <a:blip r:embed="rId2">
            <a:lum bright="-100000"/>
          </a:blip>
          <a:stretch>
            <a:fillRect/>
          </a:stretch>
        </p:blipFill>
        <p:spPr>
          <a:xfrm>
            <a:off x="442912" y="6546517"/>
            <a:ext cx="1348310" cy="260136"/>
          </a:xfrm>
          <a:prstGeom prst="rect">
            <a:avLst/>
          </a:prstGeom>
        </p:spPr>
      </p:pic>
      <p:sp>
        <p:nvSpPr>
          <p:cNvPr id="15" name="Text Placeholder 14">
            <a:extLst>
              <a:ext uri="{FF2B5EF4-FFF2-40B4-BE49-F238E27FC236}">
                <a16:creationId xmlns:a16="http://schemas.microsoft.com/office/drawing/2014/main" id="{27460CCB-A295-D058-62A0-A5367F990FEC}"/>
              </a:ext>
            </a:extLst>
          </p:cNvPr>
          <p:cNvSpPr>
            <a:spLocks noGrp="1"/>
          </p:cNvSpPr>
          <p:nvPr>
            <p:ph type="body" sz="quarter" idx="13" hasCustomPrompt="1"/>
          </p:nvPr>
        </p:nvSpPr>
        <p:spPr>
          <a:xfrm>
            <a:off x="442912" y="1037131"/>
            <a:ext cx="5815012" cy="337572"/>
          </a:xfrm>
        </p:spPr>
        <p:txBody>
          <a:bodyPr lIns="0" tIns="0" rIns="0" bIns="0">
            <a:normAutofit/>
          </a:bodyPr>
          <a:lstStyle>
            <a:lvl1pPr marL="0" indent="0">
              <a:buNone/>
              <a:defRPr sz="2400" b="1" i="0">
                <a:latin typeface="Arial" panose="020B0604020202020204" pitchFamily="34" charset="0"/>
                <a:cs typeface="Arial" panose="020B0604020202020204" pitchFamily="34" charset="0"/>
              </a:defRPr>
            </a:lvl1pPr>
          </a:lstStyle>
          <a:p>
            <a:pPr lvl="0"/>
            <a:r>
              <a:rPr lang="en-US" dirty="0"/>
              <a:t>Insert subheading here</a:t>
            </a:r>
          </a:p>
        </p:txBody>
      </p:sp>
      <p:sp>
        <p:nvSpPr>
          <p:cNvPr id="17" name="Text Placeholder 16">
            <a:extLst>
              <a:ext uri="{FF2B5EF4-FFF2-40B4-BE49-F238E27FC236}">
                <a16:creationId xmlns:a16="http://schemas.microsoft.com/office/drawing/2014/main" id="{ADB7CA3D-EBB6-9219-1A7A-15588D34F8E2}"/>
              </a:ext>
            </a:extLst>
          </p:cNvPr>
          <p:cNvSpPr>
            <a:spLocks noGrp="1"/>
          </p:cNvSpPr>
          <p:nvPr>
            <p:ph type="body" sz="quarter" idx="14" hasCustomPrompt="1"/>
          </p:nvPr>
        </p:nvSpPr>
        <p:spPr>
          <a:xfrm>
            <a:off x="442912" y="1647825"/>
            <a:ext cx="5815011" cy="4638675"/>
          </a:xfrm>
        </p:spPr>
        <p:txBody>
          <a:bodyPr lIns="0" tIns="0" rIns="0" bIns="0">
            <a:normAutofit/>
          </a:bodyPr>
          <a:lstStyle>
            <a:lvl1pPr marL="0" indent="0">
              <a:buNone/>
              <a:defRPr sz="1400" b="0" i="0">
                <a:latin typeface="Arial" panose="020B0604020202020204" pitchFamily="34" charset="0"/>
                <a:cs typeface="Arial" panose="020B0604020202020204" pitchFamily="34" charset="0"/>
              </a:defRPr>
            </a:lvl1pPr>
            <a:lvl2pPr marL="457200" indent="0">
              <a:buNone/>
              <a:defRPr sz="1800" b="0" i="0">
                <a:latin typeface="Arial" panose="020B0604020202020204" pitchFamily="34" charset="0"/>
                <a:cs typeface="Arial" panose="020B0604020202020204" pitchFamily="34" charset="0"/>
              </a:defRPr>
            </a:lvl2pPr>
            <a:lvl3pPr marL="914400" indent="0">
              <a:buNone/>
              <a:defRPr sz="1800" b="0" i="0">
                <a:latin typeface="Arial" panose="020B0604020202020204" pitchFamily="34" charset="0"/>
                <a:cs typeface="Arial" panose="020B0604020202020204" pitchFamily="34" charset="0"/>
              </a:defRPr>
            </a:lvl3pPr>
            <a:lvl4pPr marL="1371600" indent="0">
              <a:buNone/>
              <a:defRPr sz="1800" b="0" i="0">
                <a:latin typeface="Arial" panose="020B0604020202020204" pitchFamily="34" charset="0"/>
                <a:cs typeface="Arial" panose="020B0604020202020204" pitchFamily="34" charset="0"/>
              </a:defRPr>
            </a:lvl4pPr>
            <a:lvl5pPr marL="1828800" indent="0">
              <a:buNone/>
              <a:defRPr sz="1800" b="0" i="0">
                <a:latin typeface="Arial" panose="020B0604020202020204" pitchFamily="34" charset="0"/>
                <a:cs typeface="Arial" panose="020B0604020202020204" pitchFamily="34" charset="0"/>
              </a:defRPr>
            </a:lvl5pPr>
          </a:lstStyle>
          <a:p>
            <a:pPr lvl="0"/>
            <a:r>
              <a:rPr lang="en-GB" dirty="0"/>
              <a:t>Add body text here</a:t>
            </a:r>
            <a:endParaRPr lang="en-US" dirty="0"/>
          </a:p>
        </p:txBody>
      </p:sp>
      <p:sp>
        <p:nvSpPr>
          <p:cNvPr id="2" name="Rectangle 1">
            <a:extLst>
              <a:ext uri="{FF2B5EF4-FFF2-40B4-BE49-F238E27FC236}">
                <a16:creationId xmlns:a16="http://schemas.microsoft.com/office/drawing/2014/main" id="{F88EA836-E495-2CF2-1867-0B7607F5C35B}"/>
              </a:ext>
            </a:extLst>
          </p:cNvPr>
          <p:cNvSpPr/>
          <p:nvPr userDrawn="1"/>
        </p:nvSpPr>
        <p:spPr>
          <a:xfrm rot="16200000">
            <a:off x="9284495" y="1534042"/>
            <a:ext cx="195263" cy="5619750"/>
          </a:xfrm>
          <a:prstGeom prst="rect">
            <a:avLst/>
          </a:prstGeom>
          <a:gradFill>
            <a:gsLst>
              <a:gs pos="0">
                <a:schemeClr val="accent2"/>
              </a:gs>
              <a:gs pos="100000">
                <a:schemeClr val="accent1"/>
              </a:gs>
            </a:gsLst>
            <a:lin ang="5400000" scaled="0"/>
          </a:gra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4000" tIns="144000" rIns="144000" bIns="144000" numCol="1" spcCol="0" rtlCol="0" fromWordArt="0" anchor="ctr" anchorCtr="0" forceAA="0" compatLnSpc="1">
            <a:prstTxWarp prst="textNoShape">
              <a:avLst/>
            </a:prstTxWarp>
            <a:noAutofit/>
          </a:bodyPr>
          <a:lstStyle/>
          <a:p>
            <a:pPr algn="l"/>
            <a:endParaRPr lang="en-US" sz="1400">
              <a:solidFill>
                <a:schemeClr val="tx1"/>
              </a:solidFill>
            </a:endParaRPr>
          </a:p>
        </p:txBody>
      </p:sp>
      <p:sp>
        <p:nvSpPr>
          <p:cNvPr id="3" name="Rectangle 2">
            <a:extLst>
              <a:ext uri="{FF2B5EF4-FFF2-40B4-BE49-F238E27FC236}">
                <a16:creationId xmlns:a16="http://schemas.microsoft.com/office/drawing/2014/main" id="{21D22968-761A-DCC8-4063-E56165FE4542}"/>
              </a:ext>
            </a:extLst>
          </p:cNvPr>
          <p:cNvSpPr/>
          <p:nvPr userDrawn="1"/>
        </p:nvSpPr>
        <p:spPr>
          <a:xfrm rot="16200000">
            <a:off x="9284495" y="-684620"/>
            <a:ext cx="195263" cy="5619752"/>
          </a:xfrm>
          <a:prstGeom prst="rect">
            <a:avLst/>
          </a:prstGeom>
          <a:gradFill>
            <a:gsLst>
              <a:gs pos="0">
                <a:schemeClr val="accent1"/>
              </a:gs>
              <a:gs pos="100000">
                <a:schemeClr val="accent2"/>
              </a:gs>
            </a:gsLst>
            <a:lin ang="5400000" scaled="0"/>
          </a:gra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4000" tIns="144000" rIns="144000" bIns="144000" numCol="1" spcCol="0" rtlCol="0" fromWordArt="0" anchor="ctr" anchorCtr="0" forceAA="0" compatLnSpc="1">
            <a:prstTxWarp prst="textNoShape">
              <a:avLst/>
            </a:prstTxWarp>
            <a:noAutofit/>
          </a:bodyPr>
          <a:lstStyle/>
          <a:p>
            <a:pPr algn="l"/>
            <a:endParaRPr lang="en-US" sz="1400">
              <a:solidFill>
                <a:schemeClr val="tx1"/>
              </a:solidFill>
            </a:endParaRPr>
          </a:p>
        </p:txBody>
      </p:sp>
      <p:sp>
        <p:nvSpPr>
          <p:cNvPr id="5" name="Picture Placeholder 4">
            <a:extLst>
              <a:ext uri="{FF2B5EF4-FFF2-40B4-BE49-F238E27FC236}">
                <a16:creationId xmlns:a16="http://schemas.microsoft.com/office/drawing/2014/main" id="{9FC25BEA-FF63-719F-FCD0-8C1F568CDD89}"/>
              </a:ext>
            </a:extLst>
          </p:cNvPr>
          <p:cNvSpPr>
            <a:spLocks noGrp="1"/>
          </p:cNvSpPr>
          <p:nvPr>
            <p:ph type="pic" sz="quarter" idx="15"/>
          </p:nvPr>
        </p:nvSpPr>
        <p:spPr>
          <a:xfrm>
            <a:off x="6572247" y="0"/>
            <a:ext cx="5619753" cy="2027238"/>
          </a:xfrm>
          <a:solidFill>
            <a:schemeClr val="bg1">
              <a:lumMod val="95000"/>
            </a:schemeClr>
          </a:solidFill>
        </p:spPr>
        <p:txBody>
          <a:bodyPr/>
          <a:lstStyle>
            <a:lvl1pPr marL="0" indent="0">
              <a:buNone/>
              <a:defRPr/>
            </a:lvl1pPr>
          </a:lstStyle>
          <a:p>
            <a:r>
              <a:rPr lang="en-US"/>
              <a:t>Click icon to add picture</a:t>
            </a:r>
            <a:endParaRPr lang="en-US" dirty="0"/>
          </a:p>
        </p:txBody>
      </p:sp>
      <p:sp>
        <p:nvSpPr>
          <p:cNvPr id="6" name="Picture Placeholder 4">
            <a:extLst>
              <a:ext uri="{FF2B5EF4-FFF2-40B4-BE49-F238E27FC236}">
                <a16:creationId xmlns:a16="http://schemas.microsoft.com/office/drawing/2014/main" id="{6DA99317-4742-AEF5-758C-F36F16B9F064}"/>
              </a:ext>
            </a:extLst>
          </p:cNvPr>
          <p:cNvSpPr>
            <a:spLocks noGrp="1"/>
          </p:cNvSpPr>
          <p:nvPr>
            <p:ph type="pic" sz="quarter" idx="16"/>
          </p:nvPr>
        </p:nvSpPr>
        <p:spPr>
          <a:xfrm>
            <a:off x="6572247" y="2220968"/>
            <a:ext cx="5619753" cy="2027238"/>
          </a:xfrm>
          <a:solidFill>
            <a:schemeClr val="bg1">
              <a:lumMod val="95000"/>
            </a:schemeClr>
          </a:solidFill>
        </p:spPr>
        <p:txBody>
          <a:bodyPr/>
          <a:lstStyle>
            <a:lvl1pPr marL="0" indent="0">
              <a:buNone/>
              <a:defRPr/>
            </a:lvl1pPr>
          </a:lstStyle>
          <a:p>
            <a:r>
              <a:rPr lang="en-US"/>
              <a:t>Click icon to add picture</a:t>
            </a:r>
            <a:endParaRPr lang="en-US" dirty="0"/>
          </a:p>
        </p:txBody>
      </p:sp>
      <p:sp>
        <p:nvSpPr>
          <p:cNvPr id="7" name="Picture Placeholder 4">
            <a:extLst>
              <a:ext uri="{FF2B5EF4-FFF2-40B4-BE49-F238E27FC236}">
                <a16:creationId xmlns:a16="http://schemas.microsoft.com/office/drawing/2014/main" id="{E5037F28-571F-3C6C-65C0-F5029DA761AE}"/>
              </a:ext>
            </a:extLst>
          </p:cNvPr>
          <p:cNvSpPr>
            <a:spLocks noGrp="1"/>
          </p:cNvSpPr>
          <p:nvPr>
            <p:ph type="pic" sz="quarter" idx="17"/>
          </p:nvPr>
        </p:nvSpPr>
        <p:spPr>
          <a:xfrm>
            <a:off x="6572247" y="4454742"/>
            <a:ext cx="5619753" cy="2027238"/>
          </a:xfrm>
          <a:solidFill>
            <a:schemeClr val="bg1">
              <a:lumMod val="95000"/>
            </a:schemeClr>
          </a:solidFill>
        </p:spPr>
        <p:txBody>
          <a:bodyPr/>
          <a:lstStyle>
            <a:lvl1pPr marL="0" indent="0">
              <a:buNone/>
              <a:defRPr/>
            </a:lvl1pPr>
          </a:lstStyle>
          <a:p>
            <a:r>
              <a:rPr lang="en-US"/>
              <a:t>Click icon to add picture</a:t>
            </a:r>
            <a:endParaRPr lang="en-US" dirty="0"/>
          </a:p>
        </p:txBody>
      </p:sp>
      <p:sp>
        <p:nvSpPr>
          <p:cNvPr id="8" name="Text Placeholder 14">
            <a:extLst>
              <a:ext uri="{FF2B5EF4-FFF2-40B4-BE49-F238E27FC236}">
                <a16:creationId xmlns:a16="http://schemas.microsoft.com/office/drawing/2014/main" id="{4CB4243A-741F-CBCB-4BAD-4AA0BC767E73}"/>
              </a:ext>
            </a:extLst>
          </p:cNvPr>
          <p:cNvSpPr>
            <a:spLocks noGrp="1"/>
          </p:cNvSpPr>
          <p:nvPr>
            <p:ph type="body" sz="quarter" idx="18" hasCustomPrompt="1"/>
          </p:nvPr>
        </p:nvSpPr>
        <p:spPr>
          <a:xfrm>
            <a:off x="442912" y="283442"/>
            <a:ext cx="5815012" cy="337572"/>
          </a:xfrm>
        </p:spPr>
        <p:txBody>
          <a:bodyPr lIns="0" tIns="0" rIns="0" bIns="0">
            <a:noAutofit/>
          </a:bodyPr>
          <a:lstStyle>
            <a:lvl1pPr marL="0" indent="0">
              <a:buNone/>
              <a:defRPr sz="3200" b="1" i="0">
                <a:latin typeface="Arial Black" panose="020B0604020202020204" pitchFamily="34" charset="0"/>
                <a:cs typeface="Arial Black" panose="020B0604020202020204" pitchFamily="34" charset="0"/>
              </a:defRPr>
            </a:lvl1pPr>
          </a:lstStyle>
          <a:p>
            <a:pPr lvl="0"/>
            <a:r>
              <a:rPr lang="en-US" dirty="0"/>
              <a:t>Click to add title</a:t>
            </a:r>
          </a:p>
        </p:txBody>
      </p:sp>
    </p:spTree>
    <p:extLst>
      <p:ext uri="{BB962C8B-B14F-4D97-AF65-F5344CB8AC3E}">
        <p14:creationId xmlns:p14="http://schemas.microsoft.com/office/powerpoint/2010/main" val="34541956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D0637-765D-C8FD-F846-68DBE61ABF7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8391D8D-A5D2-06FF-DE51-D25911A9E07E}"/>
              </a:ext>
            </a:extLst>
          </p:cNvPr>
          <p:cNvSpPr>
            <a:spLocks noGrp="1"/>
          </p:cNvSpPr>
          <p:nvPr>
            <p:ph type="dt" sz="half" idx="10"/>
          </p:nvPr>
        </p:nvSpPr>
        <p:spPr/>
        <p:txBody>
          <a:bodyPr/>
          <a:lstStyle/>
          <a:p>
            <a:fld id="{C8492D2C-1120-6E41-8326-B979F07FE827}" type="datetimeFigureOut">
              <a:rPr lang="en-US" smtClean="0"/>
              <a:t>2/25/2025</a:t>
            </a:fld>
            <a:endParaRPr lang="en-US" dirty="0"/>
          </a:p>
        </p:txBody>
      </p:sp>
      <p:sp>
        <p:nvSpPr>
          <p:cNvPr id="4" name="Footer Placeholder 3">
            <a:extLst>
              <a:ext uri="{FF2B5EF4-FFF2-40B4-BE49-F238E27FC236}">
                <a16:creationId xmlns:a16="http://schemas.microsoft.com/office/drawing/2014/main" id="{E1057FCF-6875-7D18-AB42-73062C34ED4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274695FE-D20D-8A7F-D3BB-74EB8A84C797}"/>
              </a:ext>
            </a:extLst>
          </p:cNvPr>
          <p:cNvSpPr>
            <a:spLocks noGrp="1"/>
          </p:cNvSpPr>
          <p:nvPr>
            <p:ph type="sldNum" sz="quarter" idx="12"/>
          </p:nvPr>
        </p:nvSpPr>
        <p:spPr/>
        <p:txBody>
          <a:bodyPr/>
          <a:lstStyle/>
          <a:p>
            <a:fld id="{52952A63-7B6D-1C48-A6CC-7217690063CF}" type="slidenum">
              <a:rPr lang="en-US" smtClean="0"/>
              <a:t>‹#›</a:t>
            </a:fld>
            <a:endParaRPr lang="en-US" dirty="0"/>
          </a:p>
        </p:txBody>
      </p:sp>
    </p:spTree>
    <p:extLst>
      <p:ext uri="{BB962C8B-B14F-4D97-AF65-F5344CB8AC3E}">
        <p14:creationId xmlns:p14="http://schemas.microsoft.com/office/powerpoint/2010/main" val="26594874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1722D2-643B-C339-B10D-58EB6EF752E7}"/>
              </a:ext>
            </a:extLst>
          </p:cNvPr>
          <p:cNvSpPr>
            <a:spLocks noGrp="1"/>
          </p:cNvSpPr>
          <p:nvPr>
            <p:ph type="dt" sz="half" idx="10"/>
          </p:nvPr>
        </p:nvSpPr>
        <p:spPr/>
        <p:txBody>
          <a:bodyPr/>
          <a:lstStyle/>
          <a:p>
            <a:fld id="{C8492D2C-1120-6E41-8326-B979F07FE827}" type="datetimeFigureOut">
              <a:rPr lang="en-US" smtClean="0"/>
              <a:t>2/25/2025</a:t>
            </a:fld>
            <a:endParaRPr lang="en-US" dirty="0"/>
          </a:p>
        </p:txBody>
      </p:sp>
      <p:sp>
        <p:nvSpPr>
          <p:cNvPr id="3" name="Footer Placeholder 2">
            <a:extLst>
              <a:ext uri="{FF2B5EF4-FFF2-40B4-BE49-F238E27FC236}">
                <a16:creationId xmlns:a16="http://schemas.microsoft.com/office/drawing/2014/main" id="{A03A333E-AB3C-9EFE-0210-54FA08784D82}"/>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64479123-1380-6E48-B848-8AEEF8596124}"/>
              </a:ext>
            </a:extLst>
          </p:cNvPr>
          <p:cNvSpPr>
            <a:spLocks noGrp="1"/>
          </p:cNvSpPr>
          <p:nvPr>
            <p:ph type="sldNum" sz="quarter" idx="12"/>
          </p:nvPr>
        </p:nvSpPr>
        <p:spPr/>
        <p:txBody>
          <a:bodyPr/>
          <a:lstStyle/>
          <a:p>
            <a:fld id="{52952A63-7B6D-1C48-A6CC-7217690063CF}" type="slidenum">
              <a:rPr lang="en-US" smtClean="0"/>
              <a:t>‹#›</a:t>
            </a:fld>
            <a:endParaRPr lang="en-US" dirty="0"/>
          </a:p>
        </p:txBody>
      </p:sp>
    </p:spTree>
    <p:extLst>
      <p:ext uri="{BB962C8B-B14F-4D97-AF65-F5344CB8AC3E}">
        <p14:creationId xmlns:p14="http://schemas.microsoft.com/office/powerpoint/2010/main" val="16256954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E419A-5D0E-C588-6A0C-2EBDF01C25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CB4F831-F3C7-D20C-0DA4-3D1FD33A13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F8F701B-A5C5-F597-F8F9-9AA078D733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239FCF-C08C-5295-80E6-67BDF08D2F60}"/>
              </a:ext>
            </a:extLst>
          </p:cNvPr>
          <p:cNvSpPr>
            <a:spLocks noGrp="1"/>
          </p:cNvSpPr>
          <p:nvPr>
            <p:ph type="dt" sz="half" idx="10"/>
          </p:nvPr>
        </p:nvSpPr>
        <p:spPr/>
        <p:txBody>
          <a:bodyPr/>
          <a:lstStyle/>
          <a:p>
            <a:fld id="{C8492D2C-1120-6E41-8326-B979F07FE827}" type="datetimeFigureOut">
              <a:rPr lang="en-US" smtClean="0"/>
              <a:t>2/25/2025</a:t>
            </a:fld>
            <a:endParaRPr lang="en-US" dirty="0"/>
          </a:p>
        </p:txBody>
      </p:sp>
      <p:sp>
        <p:nvSpPr>
          <p:cNvPr id="6" name="Footer Placeholder 5">
            <a:extLst>
              <a:ext uri="{FF2B5EF4-FFF2-40B4-BE49-F238E27FC236}">
                <a16:creationId xmlns:a16="http://schemas.microsoft.com/office/drawing/2014/main" id="{C9074AFA-EC64-ABF8-366E-895032FB0DE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5CF2C5E-2FE9-8134-C532-57BCAE042365}"/>
              </a:ext>
            </a:extLst>
          </p:cNvPr>
          <p:cNvSpPr>
            <a:spLocks noGrp="1"/>
          </p:cNvSpPr>
          <p:nvPr>
            <p:ph type="sldNum" sz="quarter" idx="12"/>
          </p:nvPr>
        </p:nvSpPr>
        <p:spPr/>
        <p:txBody>
          <a:bodyPr/>
          <a:lstStyle/>
          <a:p>
            <a:fld id="{52952A63-7B6D-1C48-A6CC-7217690063CF}" type="slidenum">
              <a:rPr lang="en-US" smtClean="0"/>
              <a:t>‹#›</a:t>
            </a:fld>
            <a:endParaRPr lang="en-US" dirty="0"/>
          </a:p>
        </p:txBody>
      </p:sp>
    </p:spTree>
    <p:extLst>
      <p:ext uri="{BB962C8B-B14F-4D97-AF65-F5344CB8AC3E}">
        <p14:creationId xmlns:p14="http://schemas.microsoft.com/office/powerpoint/2010/main" val="1834346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5759D-01D8-AD3A-58EB-371E8EC49F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1B2E915-9467-A976-966E-1194042903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D60B9F52-7B0F-F136-7174-DADF168AAC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F2AD1-07A3-FAE3-7ED4-D768D7E103E9}"/>
              </a:ext>
            </a:extLst>
          </p:cNvPr>
          <p:cNvSpPr>
            <a:spLocks noGrp="1"/>
          </p:cNvSpPr>
          <p:nvPr>
            <p:ph type="dt" sz="half" idx="10"/>
          </p:nvPr>
        </p:nvSpPr>
        <p:spPr/>
        <p:txBody>
          <a:bodyPr/>
          <a:lstStyle/>
          <a:p>
            <a:fld id="{C8492D2C-1120-6E41-8326-B979F07FE827}" type="datetimeFigureOut">
              <a:rPr lang="en-US" smtClean="0"/>
              <a:t>2/25/2025</a:t>
            </a:fld>
            <a:endParaRPr lang="en-US" dirty="0"/>
          </a:p>
        </p:txBody>
      </p:sp>
      <p:sp>
        <p:nvSpPr>
          <p:cNvPr id="6" name="Footer Placeholder 5">
            <a:extLst>
              <a:ext uri="{FF2B5EF4-FFF2-40B4-BE49-F238E27FC236}">
                <a16:creationId xmlns:a16="http://schemas.microsoft.com/office/drawing/2014/main" id="{00254064-A3C0-0E9C-734F-A6DCDC9D6FB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814536C-F023-A1B0-6C2E-0518745B3E04}"/>
              </a:ext>
            </a:extLst>
          </p:cNvPr>
          <p:cNvSpPr>
            <a:spLocks noGrp="1"/>
          </p:cNvSpPr>
          <p:nvPr>
            <p:ph type="sldNum" sz="quarter" idx="12"/>
          </p:nvPr>
        </p:nvSpPr>
        <p:spPr/>
        <p:txBody>
          <a:bodyPr/>
          <a:lstStyle/>
          <a:p>
            <a:fld id="{52952A63-7B6D-1C48-A6CC-7217690063CF}" type="slidenum">
              <a:rPr lang="en-US" smtClean="0"/>
              <a:t>‹#›</a:t>
            </a:fld>
            <a:endParaRPr lang="en-US" dirty="0"/>
          </a:p>
        </p:txBody>
      </p:sp>
    </p:spTree>
    <p:extLst>
      <p:ext uri="{BB962C8B-B14F-4D97-AF65-F5344CB8AC3E}">
        <p14:creationId xmlns:p14="http://schemas.microsoft.com/office/powerpoint/2010/main" val="15920070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DDABB-44C2-45F6-0B8D-2C179294178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483AEB-0E23-5939-B437-BFC384521F5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8A73C5-CB40-1CC6-64F6-82D4721ADDA1}"/>
              </a:ext>
            </a:extLst>
          </p:cNvPr>
          <p:cNvSpPr>
            <a:spLocks noGrp="1"/>
          </p:cNvSpPr>
          <p:nvPr>
            <p:ph type="dt" sz="half" idx="10"/>
          </p:nvPr>
        </p:nvSpPr>
        <p:spPr/>
        <p:txBody>
          <a:bodyPr/>
          <a:lstStyle/>
          <a:p>
            <a:fld id="{C8492D2C-1120-6E41-8326-B979F07FE827}" type="datetimeFigureOut">
              <a:rPr lang="en-US" smtClean="0"/>
              <a:t>2/25/2025</a:t>
            </a:fld>
            <a:endParaRPr lang="en-US" dirty="0"/>
          </a:p>
        </p:txBody>
      </p:sp>
      <p:sp>
        <p:nvSpPr>
          <p:cNvPr id="5" name="Footer Placeholder 4">
            <a:extLst>
              <a:ext uri="{FF2B5EF4-FFF2-40B4-BE49-F238E27FC236}">
                <a16:creationId xmlns:a16="http://schemas.microsoft.com/office/drawing/2014/main" id="{079D02E9-16CC-7585-F148-C04C768A4A5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BD38B4D-F0B2-0CC2-03D1-CB0DF9D47910}"/>
              </a:ext>
            </a:extLst>
          </p:cNvPr>
          <p:cNvSpPr>
            <a:spLocks noGrp="1"/>
          </p:cNvSpPr>
          <p:nvPr>
            <p:ph type="sldNum" sz="quarter" idx="12"/>
          </p:nvPr>
        </p:nvSpPr>
        <p:spPr/>
        <p:txBody>
          <a:bodyPr/>
          <a:lstStyle/>
          <a:p>
            <a:fld id="{52952A63-7B6D-1C48-A6CC-7217690063CF}" type="slidenum">
              <a:rPr lang="en-US" smtClean="0"/>
              <a:t>‹#›</a:t>
            </a:fld>
            <a:endParaRPr lang="en-US" dirty="0"/>
          </a:p>
        </p:txBody>
      </p:sp>
    </p:spTree>
    <p:extLst>
      <p:ext uri="{BB962C8B-B14F-4D97-AF65-F5344CB8AC3E}">
        <p14:creationId xmlns:p14="http://schemas.microsoft.com/office/powerpoint/2010/main" val="32143640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C75F4A-1C25-EE85-DFC0-2EBB38713F3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0504655-CEA5-BC7D-EF0F-C179BB4F259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2ABF43-1580-7786-0703-A3751D194BF8}"/>
              </a:ext>
            </a:extLst>
          </p:cNvPr>
          <p:cNvSpPr>
            <a:spLocks noGrp="1"/>
          </p:cNvSpPr>
          <p:nvPr>
            <p:ph type="dt" sz="half" idx="10"/>
          </p:nvPr>
        </p:nvSpPr>
        <p:spPr/>
        <p:txBody>
          <a:bodyPr/>
          <a:lstStyle/>
          <a:p>
            <a:fld id="{C8492D2C-1120-6E41-8326-B979F07FE827}" type="datetimeFigureOut">
              <a:rPr lang="en-US" smtClean="0"/>
              <a:t>2/25/2025</a:t>
            </a:fld>
            <a:endParaRPr lang="en-US" dirty="0"/>
          </a:p>
        </p:txBody>
      </p:sp>
      <p:sp>
        <p:nvSpPr>
          <p:cNvPr id="5" name="Footer Placeholder 4">
            <a:extLst>
              <a:ext uri="{FF2B5EF4-FFF2-40B4-BE49-F238E27FC236}">
                <a16:creationId xmlns:a16="http://schemas.microsoft.com/office/drawing/2014/main" id="{0149F65D-1160-9BFF-6765-D9E83031CC6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76354D2-06D8-C6CC-6AE7-9F21660A7AF3}"/>
              </a:ext>
            </a:extLst>
          </p:cNvPr>
          <p:cNvSpPr>
            <a:spLocks noGrp="1"/>
          </p:cNvSpPr>
          <p:nvPr>
            <p:ph type="sldNum" sz="quarter" idx="12"/>
          </p:nvPr>
        </p:nvSpPr>
        <p:spPr/>
        <p:txBody>
          <a:bodyPr/>
          <a:lstStyle/>
          <a:p>
            <a:fld id="{52952A63-7B6D-1C48-A6CC-7217690063CF}" type="slidenum">
              <a:rPr lang="en-US" smtClean="0"/>
              <a:t>‹#›</a:t>
            </a:fld>
            <a:endParaRPr lang="en-US" dirty="0"/>
          </a:p>
        </p:txBody>
      </p:sp>
    </p:spTree>
    <p:extLst>
      <p:ext uri="{BB962C8B-B14F-4D97-AF65-F5344CB8AC3E}">
        <p14:creationId xmlns:p14="http://schemas.microsoft.com/office/powerpoint/2010/main" val="342284355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66135F-0DD5-C861-0569-5BB5E5A0D6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822BDCB-195B-D191-2454-827B200A1C8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9EA4F2-22E4-8FF9-5F5D-A7249604F6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8492D2C-1120-6E41-8326-B979F07FE827}" type="datetimeFigureOut">
              <a:rPr lang="en-US" smtClean="0"/>
              <a:t>2/25/2025</a:t>
            </a:fld>
            <a:endParaRPr lang="en-US" dirty="0"/>
          </a:p>
        </p:txBody>
      </p:sp>
      <p:sp>
        <p:nvSpPr>
          <p:cNvPr id="5" name="Footer Placeholder 4">
            <a:extLst>
              <a:ext uri="{FF2B5EF4-FFF2-40B4-BE49-F238E27FC236}">
                <a16:creationId xmlns:a16="http://schemas.microsoft.com/office/drawing/2014/main" id="{B97EE04C-BB63-CB44-26CC-BBAD94EF63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CA8B598B-C7C9-BFEA-4C65-684FE5D911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2952A63-7B6D-1C48-A6CC-7217690063CF}" type="slidenum">
              <a:rPr lang="en-US" smtClean="0"/>
              <a:t>‹#›</a:t>
            </a:fld>
            <a:endParaRPr lang="en-US" dirty="0"/>
          </a:p>
        </p:txBody>
      </p:sp>
    </p:spTree>
    <p:extLst>
      <p:ext uri="{BB962C8B-B14F-4D97-AF65-F5344CB8AC3E}">
        <p14:creationId xmlns:p14="http://schemas.microsoft.com/office/powerpoint/2010/main" val="4020020263"/>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62" r:id="rId4"/>
    <p:sldLayoutId id="2147483663" r:id="rId5"/>
    <p:sldLayoutId id="2147483653" r:id="rId6"/>
    <p:sldLayoutId id="2147483652" r:id="rId7"/>
    <p:sldLayoutId id="2147483660" r:id="rId8"/>
    <p:sldLayoutId id="2147483661" r:id="rId9"/>
    <p:sldLayoutId id="2147483664" r:id="rId10"/>
    <p:sldLayoutId id="2147483665" r:id="rId11"/>
    <p:sldLayoutId id="2147483666" r:id="rId12"/>
    <p:sldLayoutId id="2147483654" r:id="rId13"/>
    <p:sldLayoutId id="2147483655" r:id="rId14"/>
    <p:sldLayoutId id="2147483656" r:id="rId15"/>
    <p:sldLayoutId id="2147483657" r:id="rId16"/>
    <p:sldLayoutId id="2147483658" r:id="rId17"/>
    <p:sldLayoutId id="2147483659"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Conducting a QRRA</a:t>
            </a:r>
          </a:p>
        </p:txBody>
      </p:sp>
      <p:sp>
        <p:nvSpPr>
          <p:cNvPr id="3" name="Subtitle 2"/>
          <p:cNvSpPr>
            <a:spLocks noGrp="1"/>
          </p:cNvSpPr>
          <p:nvPr>
            <p:ph type="subTitle" idx="1"/>
          </p:nvPr>
        </p:nvSpPr>
        <p:spPr/>
        <p:txBody>
          <a:bodyPr/>
          <a:lstStyle/>
          <a:p>
            <a:r>
              <a:t>Guidance for the Quality Department on facilitating Quality Requirements Risk Assessments</a:t>
            </a:r>
          </a:p>
          <a:p>
            <a:r>
              <a:rPr sz="2000">
                <a:solidFill>
                  <a:srgbClr val="E7FF00"/>
                </a:solidFill>
              </a:rPr>
              <a:t>SLP 2.3.2.7_02  |  SLF 2.3.2.7_02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Why we are here</a:t>
            </a:r>
          </a:p>
        </p:txBody>
      </p:sp>
      <p:sp>
        <p:nvSpPr>
          <p:cNvPr id="3" name="Oval 2"/>
          <p:cNvSpPr/>
          <p:nvPr/>
        </p:nvSpPr>
        <p:spPr>
          <a:xfrm>
            <a:off x="438912" y="1298448"/>
            <a:ext cx="640080" cy="640080"/>
          </a:xfrm>
          <a:prstGeom prst="ellipse">
            <a:avLst/>
          </a:prstGeom>
          <a:solidFill>
            <a:srgbClr val="E7F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pPr>
            <a:r>
              <a:rPr sz="1600" b="1" i="0">
                <a:solidFill>
                  <a:srgbClr val="00303C"/>
                </a:solidFill>
                <a:latin typeface="Arial Black"/>
              </a:rPr>
              <a:t>1</a:t>
            </a:r>
          </a:p>
        </p:txBody>
      </p:sp>
      <p:sp>
        <p:nvSpPr>
          <p:cNvPr id="4" name="TextBox 3"/>
          <p:cNvSpPr txBox="1"/>
          <p:nvPr/>
        </p:nvSpPr>
        <p:spPr>
          <a:xfrm>
            <a:off x="1280160" y="1188720"/>
            <a:ext cx="5486400" cy="1280160"/>
          </a:xfrm>
          <a:prstGeom prst="rect">
            <a:avLst/>
          </a:prstGeom>
          <a:noFill/>
        </p:spPr>
        <p:txBody>
          <a:bodyPr wrap="square" anchor="t" lIns="0" rIns="0" tIns="0" bIns="0">
            <a:spAutoFit/>
          </a:bodyPr>
          <a:lstStyle/>
          <a:p>
            <a:pPr algn="l">
              <a:spcAft>
                <a:spcPts val="400"/>
              </a:spcAft>
            </a:pPr>
            <a:r>
              <a:rPr sz="2000" b="1" i="0">
                <a:solidFill>
                  <a:srgbClr val="00303C"/>
                </a:solidFill>
                <a:latin typeface="Arial"/>
              </a:rPr>
              <a:t>Ownership</a:t>
            </a:r>
          </a:p>
          <a:p>
            <a:pPr algn="l">
              <a:spcAft>
                <a:spcPts val="400"/>
              </a:spcAft>
            </a:pPr>
            <a:r>
              <a:rPr sz="1600" b="0" i="0">
                <a:solidFill>
                  <a:srgbClr val="00303C"/>
                </a:solidFill>
                <a:latin typeface="Arial"/>
              </a:rPr>
              <a:t>Understand who leads the QRRA and where it fits in specification and procurement</a:t>
            </a:r>
          </a:p>
        </p:txBody>
      </p:sp>
      <p:sp>
        <p:nvSpPr>
          <p:cNvPr id="5" name="Oval 4"/>
          <p:cNvSpPr/>
          <p:nvPr/>
        </p:nvSpPr>
        <p:spPr>
          <a:xfrm>
            <a:off x="438912" y="2898648"/>
            <a:ext cx="640080" cy="640080"/>
          </a:xfrm>
          <a:prstGeom prst="ellipse">
            <a:avLst/>
          </a:prstGeom>
          <a:solidFill>
            <a:srgbClr val="E7F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pPr>
            <a:r>
              <a:rPr sz="1600" b="1" i="0">
                <a:solidFill>
                  <a:srgbClr val="00303C"/>
                </a:solidFill>
                <a:latin typeface="Arial Black"/>
              </a:rPr>
              <a:t>2</a:t>
            </a:r>
          </a:p>
        </p:txBody>
      </p:sp>
      <p:sp>
        <p:nvSpPr>
          <p:cNvPr id="6" name="TextBox 5"/>
          <p:cNvSpPr txBox="1"/>
          <p:nvPr/>
        </p:nvSpPr>
        <p:spPr>
          <a:xfrm>
            <a:off x="1280160" y="2788920"/>
            <a:ext cx="5486400" cy="1280160"/>
          </a:xfrm>
          <a:prstGeom prst="rect">
            <a:avLst/>
          </a:prstGeom>
          <a:noFill/>
        </p:spPr>
        <p:txBody>
          <a:bodyPr wrap="square" anchor="t" lIns="0" rIns="0" tIns="0" bIns="0">
            <a:spAutoFit/>
          </a:bodyPr>
          <a:lstStyle/>
          <a:p>
            <a:pPr algn="l">
              <a:spcAft>
                <a:spcPts val="400"/>
              </a:spcAft>
            </a:pPr>
            <a:r>
              <a:rPr sz="2000" b="1" i="0">
                <a:solidFill>
                  <a:srgbClr val="00303C"/>
                </a:solidFill>
                <a:latin typeface="Arial"/>
              </a:rPr>
              <a:t>Facilitation</a:t>
            </a:r>
          </a:p>
          <a:p>
            <a:pPr algn="l">
              <a:spcAft>
                <a:spcPts val="400"/>
              </a:spcAft>
            </a:pPr>
            <a:r>
              <a:rPr sz="1600" b="0" i="0">
                <a:solidFill>
                  <a:srgbClr val="00303C"/>
                </a:solidFill>
                <a:latin typeface="Arial"/>
              </a:rPr>
              <a:t>Know how to support a QRRA session as the intelligent client, not the author</a:t>
            </a:r>
          </a:p>
        </p:txBody>
      </p:sp>
      <p:sp>
        <p:nvSpPr>
          <p:cNvPr id="7" name="Oval 6"/>
          <p:cNvSpPr/>
          <p:nvPr/>
        </p:nvSpPr>
        <p:spPr>
          <a:xfrm>
            <a:off x="438912" y="4498848"/>
            <a:ext cx="640080" cy="640080"/>
          </a:xfrm>
          <a:prstGeom prst="ellipse">
            <a:avLst/>
          </a:prstGeom>
          <a:solidFill>
            <a:srgbClr val="E7F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pPr>
            <a:r>
              <a:rPr sz="1600" b="1" i="0">
                <a:solidFill>
                  <a:srgbClr val="00303C"/>
                </a:solidFill>
                <a:latin typeface="Arial Black"/>
              </a:rPr>
              <a:t>3</a:t>
            </a:r>
          </a:p>
        </p:txBody>
      </p:sp>
      <p:sp>
        <p:nvSpPr>
          <p:cNvPr id="8" name="TextBox 7"/>
          <p:cNvSpPr txBox="1"/>
          <p:nvPr/>
        </p:nvSpPr>
        <p:spPr>
          <a:xfrm>
            <a:off x="1280160" y="4389120"/>
            <a:ext cx="5486400" cy="1280160"/>
          </a:xfrm>
          <a:prstGeom prst="rect">
            <a:avLst/>
          </a:prstGeom>
          <a:noFill/>
        </p:spPr>
        <p:txBody>
          <a:bodyPr wrap="square" anchor="t" lIns="0" rIns="0" tIns="0" bIns="0">
            <a:spAutoFit/>
          </a:bodyPr>
          <a:lstStyle/>
          <a:p>
            <a:pPr algn="l">
              <a:spcAft>
                <a:spcPts val="400"/>
              </a:spcAft>
            </a:pPr>
            <a:r>
              <a:rPr sz="2000" b="1" i="0">
                <a:solidFill>
                  <a:srgbClr val="00303C"/>
                </a:solidFill>
                <a:latin typeface="Arial"/>
              </a:rPr>
              <a:t>Consistency</a:t>
            </a:r>
          </a:p>
          <a:p>
            <a:pPr algn="l">
              <a:spcAft>
                <a:spcPts val="400"/>
              </a:spcAft>
            </a:pPr>
            <a:r>
              <a:rPr sz="1600" b="0" i="0">
                <a:solidFill>
                  <a:srgbClr val="00303C"/>
                </a:solidFill>
                <a:latin typeface="Arial"/>
              </a:rPr>
              <a:t>Apply SLF 2.3.2.7_02 the same way every time: risk, Quality Grade, requirements, sign-off</a:t>
            </a:r>
          </a:p>
        </p:txBody>
      </p:sp>
      <p:sp>
        <p:nvSpPr>
          <p:cNvPr id="9" name="Rounded Rectangle 8"/>
          <p:cNvSpPr/>
          <p:nvPr/>
        </p:nvSpPr>
        <p:spPr>
          <a:xfrm>
            <a:off x="7223760" y="1188720"/>
            <a:ext cx="4526280" cy="4663440"/>
          </a:xfrm>
          <a:prstGeom prst="roundRect">
            <a:avLst>
              <a:gd name="adj" fmla="val 4000"/>
            </a:avLst>
          </a:prstGeom>
          <a:solidFill>
            <a:srgbClr val="00303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20040" rIns="320040" tIns="320040" bIns="320040"/>
          <a:lstStyle/>
          <a:p>
            <a:pPr algn="l">
              <a:spcAft>
                <a:spcPts val="1200"/>
              </a:spcAft>
            </a:pPr>
            <a:r>
              <a:rPr sz="2000" b="1" i="0">
                <a:solidFill>
                  <a:srgbClr val="E7FF00"/>
                </a:solidFill>
                <a:latin typeface="Arial"/>
              </a:rPr>
              <a:t>What has changed</a:t>
            </a:r>
          </a:p>
          <a:p>
            <a:pPr algn="l">
              <a:spcAft>
                <a:spcPts val="1200"/>
              </a:spcAft>
            </a:pPr>
            <a:r>
              <a:rPr sz="1600" b="1" i="0">
                <a:solidFill>
                  <a:srgbClr val="FFFFFF"/>
                </a:solidFill>
                <a:latin typeface="Arial"/>
              </a:rPr>
              <a:t>SLP 1.02.45</a:t>
            </a:r>
            <a:r>
              <a:rPr sz="1600" b="0" i="0">
                <a:solidFill>
                  <a:srgbClr val="FFFFFF"/>
                </a:solidFill>
                <a:latin typeface="Arial"/>
              </a:rPr>
              <a:t> is now </a:t>
            </a:r>
            <a:r>
              <a:rPr sz="1600" b="1" i="0">
                <a:solidFill>
                  <a:srgbClr val="E7FF00"/>
                </a:solidFill>
                <a:latin typeface="Arial"/>
              </a:rPr>
              <a:t>SLP 2.3.2.7_02</a:t>
            </a:r>
            <a:r>
              <a:rPr sz="1600" b="0" i="0">
                <a:solidFill>
                  <a:srgbClr val="FFFFFF"/>
                </a:solidFill>
                <a:latin typeface="Arial"/>
              </a:rPr>
              <a:t> (Issue 1, effective 04/2026)</a:t>
            </a:r>
          </a:p>
          <a:p>
            <a:pPr algn="l">
              <a:spcAft>
                <a:spcPts val="1200"/>
              </a:spcAft>
            </a:pPr>
            <a:r>
              <a:rPr sz="1600" b="1" i="0">
                <a:solidFill>
                  <a:srgbClr val="FFFFFF"/>
                </a:solidFill>
                <a:latin typeface="Arial"/>
              </a:rPr>
              <a:t>SLF 1.02.45.01</a:t>
            </a:r>
            <a:r>
              <a:rPr sz="1600" b="0" i="0">
                <a:solidFill>
                  <a:srgbClr val="FFFFFF"/>
                </a:solidFill>
                <a:latin typeface="Arial"/>
              </a:rPr>
              <a:t> is now </a:t>
            </a:r>
            <a:r>
              <a:rPr sz="1600" b="1" i="0">
                <a:solidFill>
                  <a:srgbClr val="E7FF00"/>
                </a:solidFill>
                <a:latin typeface="Arial"/>
              </a:rPr>
              <a:t>SLF 2.3.2.7_02</a:t>
            </a:r>
            <a:r>
              <a:rPr sz="1600" b="0" i="0">
                <a:solidFill>
                  <a:srgbClr val="FFFFFF"/>
                </a:solidFill>
                <a:latin typeface="Arial"/>
              </a:rPr>
              <a:t> - the QRRA form</a:t>
            </a:r>
          </a:p>
          <a:p>
            <a:pPr algn="l">
              <a:spcAft>
                <a:spcPts val="1200"/>
              </a:spcAft>
            </a:pPr>
            <a:r>
              <a:rPr sz="1600" b="0" i="0">
                <a:solidFill>
                  <a:srgbClr val="FFFFFF"/>
                </a:solidFill>
                <a:latin typeface="Arial"/>
              </a:rPr>
              <a:t>Content has transferred across; the process is unchanged in intent.</a:t>
            </a:r>
          </a:p>
          <a:p>
            <a:pPr algn="l">
              <a:spcAft>
                <a:spcPts val="1200"/>
              </a:spcAft>
            </a:pPr>
            <a:r>
              <a:rPr sz="1600" b="1" i="0">
                <a:solidFill>
                  <a:srgbClr val="E7FF00"/>
                </a:solidFill>
                <a:latin typeface="Arial"/>
              </a:rPr>
              <a:t>Watch out: </a:t>
            </a:r>
            <a:r>
              <a:rPr sz="1600" b="0" i="0">
                <a:solidFill>
                  <a:srgbClr val="FFFFFF"/>
                </a:solidFill>
                <a:latin typeface="Arial"/>
              </a:rPr>
              <a:t>SLP 4.06.08 (Issue 14) and older specifications still cite SLP 1.02.45. Read these as SLP 2.3.2.7_02.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Who owns the QRRA?</a:t>
            </a:r>
          </a:p>
        </p:txBody>
      </p:sp>
      <p:sp>
        <p:nvSpPr>
          <p:cNvPr id="3" name="Subtitle 2"/>
          <p:cNvSpPr>
            <a:spLocks noGrp="1"/>
          </p:cNvSpPr>
          <p:nvPr>
            <p:ph type="subTitle" idx="1"/>
          </p:nvPr>
        </p:nvSpPr>
        <p:spPr/>
        <p:txBody>
          <a:bodyPr/>
          <a:lstStyle/>
          <a:p>
            <a:r>
              <a:t>The Demander leads. Quality facilitates.</a:t>
            </a:r>
          </a:p>
        </p:txBody>
      </p:sp>
      <p:sp>
        <p:nvSpPr>
          <p:cNvPr id="4" name="TextBox 3"/>
          <p:cNvSpPr txBox="1"/>
          <p:nvPr/>
        </p:nvSpPr>
        <p:spPr>
          <a:xfrm>
            <a:off x="438912" y="1325880"/>
            <a:ext cx="2743200" cy="548640"/>
          </a:xfrm>
          <a:prstGeom prst="rect">
            <a:avLst/>
          </a:prstGeom>
          <a:noFill/>
        </p:spPr>
        <p:txBody>
          <a:bodyPr wrap="square" anchor="t" lIns="0" rIns="0" tIns="0" bIns="0">
            <a:spAutoFit/>
          </a:bodyPr>
          <a:lstStyle/>
          <a:p>
            <a:pPr algn="l">
              <a:spcAft>
                <a:spcPts val="600"/>
              </a:spcAft>
            </a:pPr>
            <a:r>
              <a:rPr sz="2800" b="0" i="0">
                <a:solidFill>
                  <a:srgbClr val="E7FF00"/>
                </a:solidFill>
                <a:latin typeface="Arial Black"/>
              </a:rPr>
              <a:t>01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Roles in a QRRA</a:t>
            </a:r>
          </a:p>
        </p:txBody>
      </p:sp>
      <p:sp>
        <p:nvSpPr>
          <p:cNvPr id="3" name="Rounded Rectangle 2"/>
          <p:cNvSpPr/>
          <p:nvPr/>
        </p:nvSpPr>
        <p:spPr>
          <a:xfrm>
            <a:off x="438912" y="1143000"/>
            <a:ext cx="2651760" cy="3657600"/>
          </a:xfrm>
          <a:prstGeom prst="roundRect">
            <a:avLst>
              <a:gd name="adj" fmla="val 6000"/>
            </a:avLst>
          </a:prstGeom>
          <a:solidFill>
            <a:srgbClr val="E7FF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82880"/>
          <a:lstStyle/>
          <a:p>
            <a:pPr algn="l">
              <a:spcAft>
                <a:spcPts val="800"/>
              </a:spcAft>
            </a:pPr>
            <a:r>
              <a:rPr sz="1200" b="1" i="0">
                <a:solidFill>
                  <a:srgbClr val="00303C"/>
                </a:solidFill>
                <a:latin typeface="Arial"/>
              </a:rPr>
              <a:t>LEADS</a:t>
            </a:r>
          </a:p>
          <a:p>
            <a:pPr algn="l">
              <a:spcAft>
                <a:spcPts val="800"/>
              </a:spcAft>
            </a:pPr>
            <a:r>
              <a:rPr sz="2000" b="1" i="0">
                <a:solidFill>
                  <a:srgbClr val="00303C"/>
                </a:solidFill>
                <a:latin typeface="Arial"/>
              </a:rPr>
              <a:t>Demander</a:t>
            </a:r>
          </a:p>
          <a:p>
            <a:pPr algn="l">
              <a:spcAft>
                <a:spcPts val="800"/>
              </a:spcAft>
            </a:pPr>
            <a:r>
              <a:rPr sz="1400" b="0" i="0">
                <a:solidFill>
                  <a:srgbClr val="00303C"/>
                </a:solidFill>
                <a:latin typeface="Arial"/>
              </a:rPr>
              <a:t>Accountable for specification and procurement, e.g. Project Manager, Design Manager, PEM, Responsible Engineer or Demand Specifier. Initiates the QRRA, owns the risk assessment and records it on SLF 2.3.2.7_02.</a:t>
            </a:r>
          </a:p>
        </p:txBody>
      </p:sp>
      <p:sp>
        <p:nvSpPr>
          <p:cNvPr id="4" name="Rounded Rectangle 3"/>
          <p:cNvSpPr/>
          <p:nvPr/>
        </p:nvSpPr>
        <p:spPr>
          <a:xfrm>
            <a:off x="3264408" y="1143000"/>
            <a:ext cx="2651760" cy="3657600"/>
          </a:xfrm>
          <a:prstGeom prst="roundRect">
            <a:avLst>
              <a:gd name="adj" fmla="val 6000"/>
            </a:avLst>
          </a:prstGeom>
          <a:solidFill>
            <a:srgbClr val="E2DED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82880"/>
          <a:lstStyle/>
          <a:p>
            <a:pPr algn="l">
              <a:spcAft>
                <a:spcPts val="800"/>
              </a:spcAft>
            </a:pPr>
            <a:r>
              <a:rPr sz="1200" b="1" i="0">
                <a:solidFill>
                  <a:srgbClr val="00303C"/>
                </a:solidFill>
                <a:latin typeface="Arial"/>
              </a:rPr>
              <a:t>NEEDS</a:t>
            </a:r>
          </a:p>
          <a:p>
            <a:pPr algn="l">
              <a:spcAft>
                <a:spcPts val="800"/>
              </a:spcAft>
            </a:pPr>
            <a:r>
              <a:rPr sz="2000" b="1" i="0">
                <a:solidFill>
                  <a:srgbClr val="00303C"/>
                </a:solidFill>
                <a:latin typeface="Arial"/>
              </a:rPr>
              <a:t>Requestor</a:t>
            </a:r>
          </a:p>
          <a:p>
            <a:pPr algn="l">
              <a:spcAft>
                <a:spcPts val="800"/>
              </a:spcAft>
            </a:pPr>
            <a:r>
              <a:rPr sz="1400" b="0" i="0">
                <a:solidFill>
                  <a:srgbClr val="00303C"/>
                </a:solidFill>
                <a:latin typeface="Arial"/>
              </a:rPr>
              <a:t>The person wanting the goods or services. Checks for a material master, specification and quality requirements, then launches procurement once they are in place.</a:t>
            </a:r>
          </a:p>
        </p:txBody>
      </p:sp>
      <p:sp>
        <p:nvSpPr>
          <p:cNvPr id="5" name="Rounded Rectangle 4"/>
          <p:cNvSpPr/>
          <p:nvPr/>
        </p:nvSpPr>
        <p:spPr>
          <a:xfrm>
            <a:off x="6089904" y="1143000"/>
            <a:ext cx="2651760" cy="3657600"/>
          </a:xfrm>
          <a:prstGeom prst="roundRect">
            <a:avLst>
              <a:gd name="adj" fmla="val 6000"/>
            </a:avLst>
          </a:prstGeom>
          <a:solidFill>
            <a:srgbClr val="00303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82880"/>
          <a:lstStyle/>
          <a:p>
            <a:pPr algn="l">
              <a:spcAft>
                <a:spcPts val="800"/>
              </a:spcAft>
            </a:pPr>
            <a:r>
              <a:rPr sz="1200" b="1" i="0">
                <a:solidFill>
                  <a:srgbClr val="FFFFFF"/>
                </a:solidFill>
                <a:latin typeface="Arial"/>
              </a:rPr>
              <a:t>FACILITATES</a:t>
            </a:r>
          </a:p>
          <a:p>
            <a:pPr algn="l">
              <a:spcAft>
                <a:spcPts val="800"/>
              </a:spcAft>
            </a:pPr>
            <a:r>
              <a:rPr sz="2000" b="1" i="0">
                <a:solidFill>
                  <a:srgbClr val="FFFFFF"/>
                </a:solidFill>
                <a:latin typeface="Arial"/>
              </a:rPr>
              <a:t>Quality (QM / QE)</a:t>
            </a:r>
          </a:p>
          <a:p>
            <a:pPr algn="l">
              <a:spcAft>
                <a:spcPts val="800"/>
              </a:spcAft>
            </a:pPr>
            <a:r>
              <a:rPr sz="1400" b="0" i="0">
                <a:solidFill>
                  <a:srgbClr val="FFFFFF"/>
                </a:solidFill>
                <a:latin typeface="Arial"/>
              </a:rPr>
              <a:t>The intelligent client. Advises on Quality Grade, risk and documentation; challenges and endorses. Accountable for applying oversight post award (step 1.6).</a:t>
            </a:r>
          </a:p>
        </p:txBody>
      </p:sp>
      <p:sp>
        <p:nvSpPr>
          <p:cNvPr id="6" name="Rounded Rectangle 5"/>
          <p:cNvSpPr/>
          <p:nvPr/>
        </p:nvSpPr>
        <p:spPr>
          <a:xfrm>
            <a:off x="8915400" y="1143000"/>
            <a:ext cx="2651760" cy="3657600"/>
          </a:xfrm>
          <a:prstGeom prst="roundRect">
            <a:avLst>
              <a:gd name="adj" fmla="val 6000"/>
            </a:avLst>
          </a:prstGeom>
          <a:solidFill>
            <a:srgbClr val="E2DED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82880"/>
          <a:lstStyle/>
          <a:p>
            <a:pPr algn="l">
              <a:spcAft>
                <a:spcPts val="800"/>
              </a:spcAft>
            </a:pPr>
            <a:r>
              <a:rPr sz="1200" b="1" i="0">
                <a:solidFill>
                  <a:srgbClr val="00303C"/>
                </a:solidFill>
                <a:latin typeface="Arial"/>
              </a:rPr>
              <a:t>CONTRIBUTE</a:t>
            </a:r>
          </a:p>
          <a:p>
            <a:pPr algn="l">
              <a:spcAft>
                <a:spcPts val="800"/>
              </a:spcAft>
            </a:pPr>
            <a:r>
              <a:rPr sz="2000" b="1" i="0">
                <a:solidFill>
                  <a:srgbClr val="00303C"/>
                </a:solidFill>
                <a:latin typeface="Arial"/>
              </a:rPr>
              <a:t>Key stakeholders</a:t>
            </a:r>
          </a:p>
          <a:p>
            <a:pPr algn="l">
              <a:spcAft>
                <a:spcPts val="800"/>
              </a:spcAft>
            </a:pPr>
            <a:r>
              <a:rPr sz="1400" b="0" i="0">
                <a:solidFill>
                  <a:srgbClr val="00303C"/>
                </a:solidFill>
                <a:latin typeface="Arial"/>
              </a:rPr>
              <a:t>ICG, Construction, Commissioning Start-up / Operations, Engineering &amp; Maintenance, SMEs and, where appropriate, the supply chain.</a:t>
            </a:r>
          </a:p>
        </p:txBody>
      </p:sp>
      <p:sp>
        <p:nvSpPr>
          <p:cNvPr id="7" name="Rounded Rectangle 6"/>
          <p:cNvSpPr/>
          <p:nvPr/>
        </p:nvSpPr>
        <p:spPr>
          <a:xfrm>
            <a:off x="438912" y="5029200"/>
            <a:ext cx="11311128" cy="91440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l">
              <a:spcAft>
                <a:spcPts val="400"/>
              </a:spcAft>
            </a:pPr>
            <a:r>
              <a:rPr sz="1800" b="0" i="1">
                <a:solidFill>
                  <a:srgbClr val="00303C"/>
                </a:solidFill>
                <a:latin typeface="Arial"/>
              </a:rPr>
              <a:t>“It is essential that the Demander work collaboratively with key stakeholders”</a:t>
            </a:r>
            <a:r>
              <a:rPr sz="1200" b="0" i="0">
                <a:solidFill>
                  <a:srgbClr val="4A5A60"/>
                </a:solidFill>
                <a:latin typeface="Arial"/>
              </a:rPr>
              <a:t>   SLP 2.3.2.7_02, Purpose and Scope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Quality as the intelligent client</a:t>
            </a:r>
          </a:p>
        </p:txBody>
      </p:sp>
      <p:sp>
        <p:nvSpPr>
          <p:cNvPr id="3" name="Text Placeholder 2"/>
          <p:cNvSpPr>
            <a:spLocks noGrp="1"/>
          </p:cNvSpPr>
          <p:nvPr>
            <p:ph type="body" idx="14" sz="quarter"/>
          </p:nvPr>
        </p:nvSpPr>
        <p:spPr/>
        <p:txBody>
          <a:bodyPr/>
          <a:lstStyle/>
          <a:p>
            <a:r>
              <a:t>Facilitate, challenge, endorse</a:t>
            </a:r>
          </a:p>
        </p:txBody>
      </p:sp>
      <p:sp>
        <p:nvSpPr>
          <p:cNvPr id="4" name="Text Placeholder 3"/>
          <p:cNvSpPr>
            <a:spLocks noGrp="1"/>
          </p:cNvSpPr>
          <p:nvPr>
            <p:ph type="body" idx="15" sz="quarter"/>
          </p:nvPr>
        </p:nvSpPr>
        <p:spPr/>
        <p:txBody>
          <a:bodyPr/>
          <a:lstStyle/>
          <a:p>
            <a:r>
              <a:t>We bring the questions, the standards and the experience.</a:t>
            </a:r>
          </a:p>
          <a:p>
            <a:r>
              <a:t>The Demander brings the requirement and owns the answer.</a:t>
            </a:r>
          </a:p>
        </p:txBody>
      </p:sp>
      <p:sp>
        <p:nvSpPr>
          <p:cNvPr id="5" name="Rounded Rectangle 4"/>
          <p:cNvSpPr/>
          <p:nvPr/>
        </p:nvSpPr>
        <p:spPr>
          <a:xfrm>
            <a:off x="4206240" y="502920"/>
            <a:ext cx="3657600" cy="5394960"/>
          </a:xfrm>
          <a:prstGeom prst="roundRect">
            <a:avLst>
              <a:gd name="adj" fmla="val 6000"/>
            </a:avLst>
          </a:prstGeom>
          <a:solidFill>
            <a:srgbClr val="ECFFC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6" name="TextBox 5"/>
          <p:cNvSpPr txBox="1"/>
          <p:nvPr/>
        </p:nvSpPr>
        <p:spPr>
          <a:xfrm>
            <a:off x="4480559" y="777240"/>
            <a:ext cx="3108960" cy="457200"/>
          </a:xfrm>
          <a:prstGeom prst="rect">
            <a:avLst/>
          </a:prstGeom>
          <a:noFill/>
        </p:spPr>
        <p:txBody>
          <a:bodyPr wrap="square" anchor="t" lIns="0" rIns="0" tIns="0" bIns="0">
            <a:spAutoFit/>
          </a:bodyPr>
          <a:lstStyle/>
          <a:p>
            <a:pPr algn="l">
              <a:spcAft>
                <a:spcPts val="600"/>
              </a:spcAft>
            </a:pPr>
            <a:r>
              <a:rPr sz="2200" b="1" i="0">
                <a:solidFill>
                  <a:srgbClr val="00303C"/>
                </a:solidFill>
                <a:latin typeface="Arial"/>
              </a:rPr>
              <a:t>We do</a:t>
            </a:r>
          </a:p>
        </p:txBody>
      </p:sp>
      <p:sp>
        <p:nvSpPr>
          <p:cNvPr id="7" name="TextBox 6"/>
          <p:cNvSpPr txBox="1"/>
          <p:nvPr/>
        </p:nvSpPr>
        <p:spPr>
          <a:xfrm>
            <a:off x="4480559" y="1463040"/>
            <a:ext cx="3108960" cy="4206240"/>
          </a:xfrm>
          <a:prstGeom prst="rect">
            <a:avLst/>
          </a:prstGeom>
          <a:noFill/>
        </p:spPr>
        <p:txBody>
          <a:bodyPr wrap="square" anchor="t" lIns="0" rIns="0" tIns="0" bIns="0">
            <a:spAutoFit/>
          </a:bodyPr>
          <a:lstStyle/>
          <a:p>
            <a:pPr algn="l" marL="201168" indent="-201168">
              <a:spcAft>
                <a:spcPts val="1200"/>
              </a:spcAft>
              <a:buFont typeface="Arial"/>
              <a:buChar char="•"/>
            </a:pPr>
            <a:r>
              <a:rPr sz="1500" b="0" i="0">
                <a:solidFill>
                  <a:srgbClr val="00303C"/>
                </a:solidFill>
                <a:latin typeface="Arial"/>
              </a:rPr>
              <a:t>Prompt with the Appendix 1 questions</a:t>
            </a:r>
          </a:p>
          <a:p>
            <a:pPr algn="l" marL="201168" indent="-201168">
              <a:spcAft>
                <a:spcPts val="1200"/>
              </a:spcAft>
              <a:buFont typeface="Arial"/>
              <a:buChar char="•"/>
            </a:pPr>
            <a:r>
              <a:rPr sz="1500" b="0" i="0">
                <a:solidFill>
                  <a:srgbClr val="00303C"/>
                </a:solidFill>
                <a:latin typeface="Arial"/>
              </a:rPr>
              <a:t>Challenge component granularity and consequence ratings</a:t>
            </a:r>
          </a:p>
          <a:p>
            <a:pPr algn="l" marL="201168" indent="-201168">
              <a:spcAft>
                <a:spcPts val="1200"/>
              </a:spcAft>
              <a:buFont typeface="Arial"/>
              <a:buChar char="•"/>
            </a:pPr>
            <a:r>
              <a:rPr sz="1500" b="0" i="0">
                <a:solidFill>
                  <a:srgbClr val="00303C"/>
                </a:solidFill>
                <a:latin typeface="Arial"/>
              </a:rPr>
              <a:t>Ask for a clear reason for each activity and LTR</a:t>
            </a:r>
          </a:p>
          <a:p>
            <a:pPr algn="l" marL="201168" indent="-201168">
              <a:spcAft>
                <a:spcPts val="1200"/>
              </a:spcAft>
              <a:buFont typeface="Arial"/>
              <a:buChar char="•"/>
            </a:pPr>
            <a:r>
              <a:rPr sz="1500" b="0" i="0">
                <a:solidFill>
                  <a:srgbClr val="00303C"/>
                </a:solidFill>
                <a:latin typeface="Arial"/>
              </a:rPr>
              <a:t>Advise on Quality Grade, CQRs and ICG involvement</a:t>
            </a:r>
          </a:p>
          <a:p>
            <a:pPr algn="l" marL="201168" indent="-201168">
              <a:spcAft>
                <a:spcPts val="1200"/>
              </a:spcAft>
              <a:buFont typeface="Arial"/>
              <a:buChar char="•"/>
            </a:pPr>
            <a:r>
              <a:rPr sz="1500" b="0" i="0">
                <a:solidFill>
                  <a:srgbClr val="00303C"/>
                </a:solidFill>
                <a:latin typeface="Arial"/>
              </a:rPr>
              <a:t>Share supplier, CFSI and lessons-learned insight</a:t>
            </a:r>
          </a:p>
          <a:p>
            <a:pPr algn="l" marL="201168" indent="-201168">
              <a:spcAft>
                <a:spcPts val="1200"/>
              </a:spcAft>
              <a:buFont typeface="Arial"/>
              <a:buChar char="•"/>
            </a:pPr>
            <a:r>
              <a:rPr sz="1500" b="0" i="0">
                <a:solidFill>
                  <a:srgbClr val="00303C"/>
                </a:solidFill>
                <a:latin typeface="Arial"/>
              </a:rPr>
              <a:t>Endorse the agreed QRRA as part of the review team</a:t>
            </a:r>
          </a:p>
        </p:txBody>
      </p:sp>
      <p:sp>
        <p:nvSpPr>
          <p:cNvPr id="8" name="Rounded Rectangle 7"/>
          <p:cNvSpPr/>
          <p:nvPr/>
        </p:nvSpPr>
        <p:spPr>
          <a:xfrm>
            <a:off x="8092440" y="502920"/>
            <a:ext cx="3657600" cy="539496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9" name="TextBox 8"/>
          <p:cNvSpPr txBox="1"/>
          <p:nvPr/>
        </p:nvSpPr>
        <p:spPr>
          <a:xfrm>
            <a:off x="8366760" y="777240"/>
            <a:ext cx="3108960" cy="457200"/>
          </a:xfrm>
          <a:prstGeom prst="rect">
            <a:avLst/>
          </a:prstGeom>
          <a:noFill/>
        </p:spPr>
        <p:txBody>
          <a:bodyPr wrap="square" anchor="t" lIns="0" rIns="0" tIns="0" bIns="0">
            <a:spAutoFit/>
          </a:bodyPr>
          <a:lstStyle/>
          <a:p>
            <a:pPr algn="l">
              <a:spcAft>
                <a:spcPts val="600"/>
              </a:spcAft>
            </a:pPr>
            <a:r>
              <a:rPr sz="2200" b="1" i="0">
                <a:solidFill>
                  <a:srgbClr val="00303C"/>
                </a:solidFill>
                <a:latin typeface="Arial"/>
              </a:rPr>
              <a:t>We don’t</a:t>
            </a:r>
          </a:p>
        </p:txBody>
      </p:sp>
      <p:sp>
        <p:nvSpPr>
          <p:cNvPr id="10" name="TextBox 9"/>
          <p:cNvSpPr txBox="1"/>
          <p:nvPr/>
        </p:nvSpPr>
        <p:spPr>
          <a:xfrm>
            <a:off x="8366760" y="1463040"/>
            <a:ext cx="3108960" cy="4206240"/>
          </a:xfrm>
          <a:prstGeom prst="rect">
            <a:avLst/>
          </a:prstGeom>
          <a:noFill/>
        </p:spPr>
        <p:txBody>
          <a:bodyPr wrap="square" anchor="t" lIns="0" rIns="0" tIns="0" bIns="0">
            <a:spAutoFit/>
          </a:bodyPr>
          <a:lstStyle/>
          <a:p>
            <a:pPr algn="l" marL="201168" indent="-201168">
              <a:spcAft>
                <a:spcPts val="1200"/>
              </a:spcAft>
              <a:buFont typeface="Arial"/>
              <a:buChar char="•"/>
            </a:pPr>
            <a:r>
              <a:rPr sz="1500" b="0" i="0">
                <a:solidFill>
                  <a:srgbClr val="00303C"/>
                </a:solidFill>
                <a:latin typeface="Arial"/>
              </a:rPr>
              <a:t>Write the QRRA on the Demander’s behalf</a:t>
            </a:r>
          </a:p>
          <a:p>
            <a:pPr algn="l" marL="201168" indent="-201168">
              <a:spcAft>
                <a:spcPts val="1200"/>
              </a:spcAft>
              <a:buFont typeface="Arial"/>
              <a:buChar char="•"/>
            </a:pPr>
            <a:r>
              <a:rPr sz="1500" b="0" i="0">
                <a:solidFill>
                  <a:srgbClr val="00303C"/>
                </a:solidFill>
                <a:latin typeface="Arial"/>
              </a:rPr>
              <a:t>Set the Quality Grade in isolation</a:t>
            </a:r>
          </a:p>
          <a:p>
            <a:pPr algn="l" marL="201168" indent="-201168">
              <a:spcAft>
                <a:spcPts val="1200"/>
              </a:spcAft>
              <a:buFont typeface="Arial"/>
              <a:buChar char="•"/>
            </a:pPr>
            <a:r>
              <a:rPr sz="1500" b="0" i="0">
                <a:solidFill>
                  <a:srgbClr val="00303C"/>
                </a:solidFill>
                <a:latin typeface="Arial"/>
              </a:rPr>
              <a:t>Apply one grade generically to a whole system</a:t>
            </a:r>
          </a:p>
          <a:p>
            <a:pPr algn="l" marL="201168" indent="-201168">
              <a:spcAft>
                <a:spcPts val="1200"/>
              </a:spcAft>
              <a:buFont typeface="Arial"/>
              <a:buChar char="•"/>
            </a:pPr>
            <a:r>
              <a:rPr sz="1500" b="0" i="0">
                <a:solidFill>
                  <a:srgbClr val="00303C"/>
                </a:solidFill>
                <a:latin typeface="Arial"/>
              </a:rPr>
              <a:t>Accept “same as last time” without review</a:t>
            </a:r>
          </a:p>
          <a:p>
            <a:pPr algn="l" marL="201168" indent="-201168">
              <a:spcAft>
                <a:spcPts val="1200"/>
              </a:spcAft>
              <a:buFont typeface="Arial"/>
              <a:buChar char="•"/>
            </a:pPr>
            <a:r>
              <a:rPr sz="1500" b="0" i="0">
                <a:solidFill>
                  <a:srgbClr val="00303C"/>
                </a:solidFill>
                <a:latin typeface="Arial"/>
              </a:rPr>
              <a:t>Add blanket inspection or LTRs with no rationale</a:t>
            </a:r>
          </a:p>
          <a:p>
            <a:pPr algn="l" marL="201168" indent="-201168">
              <a:spcAft>
                <a:spcPts val="1200"/>
              </a:spcAft>
              <a:buFont typeface="Arial"/>
              <a:buChar char="•"/>
            </a:pPr>
            <a:r>
              <a:rPr sz="1500" b="0" i="0">
                <a:solidFill>
                  <a:srgbClr val="00303C"/>
                </a:solidFill>
                <a:latin typeface="Arial"/>
              </a:rPr>
              <a:t>Take over the procurement decision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Where the QRRA fits</a:t>
            </a:r>
          </a:p>
        </p:txBody>
      </p:sp>
      <p:sp>
        <p:nvSpPr>
          <p:cNvPr id="3" name="Subtitle 2"/>
          <p:cNvSpPr>
            <a:spLocks noGrp="1"/>
          </p:cNvSpPr>
          <p:nvPr>
            <p:ph type="subTitle" idx="1"/>
          </p:nvPr>
        </p:nvSpPr>
        <p:spPr/>
        <p:txBody>
          <a:bodyPr/>
          <a:lstStyle/>
          <a:p>
            <a:r>
              <a:t>Triggers, process steps and the link to procurement</a:t>
            </a:r>
          </a:p>
        </p:txBody>
      </p:sp>
      <p:sp>
        <p:nvSpPr>
          <p:cNvPr id="4" name="TextBox 3"/>
          <p:cNvSpPr txBox="1"/>
          <p:nvPr/>
        </p:nvSpPr>
        <p:spPr>
          <a:xfrm>
            <a:off x="438912" y="1325880"/>
            <a:ext cx="2743200" cy="548640"/>
          </a:xfrm>
          <a:prstGeom prst="rect">
            <a:avLst/>
          </a:prstGeom>
          <a:noFill/>
        </p:spPr>
        <p:txBody>
          <a:bodyPr wrap="square" anchor="t" lIns="0" rIns="0" tIns="0" bIns="0">
            <a:spAutoFit/>
          </a:bodyPr>
          <a:lstStyle/>
          <a:p>
            <a:pPr algn="l">
              <a:spcAft>
                <a:spcPts val="600"/>
              </a:spcAft>
            </a:pPr>
            <a:r>
              <a:rPr sz="2800" b="0" i="0">
                <a:solidFill>
                  <a:srgbClr val="E7FF00"/>
                </a:solidFill>
                <a:latin typeface="Arial Black"/>
              </a:rPr>
              <a:t>02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SLP 2.3.2.7_02 at a glance</a:t>
            </a:r>
          </a:p>
        </p:txBody>
      </p:sp>
      <p:sp>
        <p:nvSpPr>
          <p:cNvPr id="3" name="Rounded Rectangle 2"/>
          <p:cNvSpPr/>
          <p:nvPr/>
        </p:nvSpPr>
        <p:spPr>
          <a:xfrm>
            <a:off x="438912" y="1188720"/>
            <a:ext cx="1508760" cy="233172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28016" bIns="128016"/>
          <a:lstStyle/>
          <a:p>
            <a:pPr algn="l">
              <a:spcAft>
                <a:spcPts val="600"/>
              </a:spcAft>
            </a:pPr>
            <a:r>
              <a:rPr sz="2000" b="1" i="0">
                <a:solidFill>
                  <a:srgbClr val="00303C"/>
                </a:solidFill>
                <a:latin typeface="Arial Black"/>
              </a:rPr>
              <a:t>1.1</a:t>
            </a:r>
          </a:p>
          <a:p>
            <a:pPr algn="l">
              <a:spcAft>
                <a:spcPts val="600"/>
              </a:spcAft>
            </a:pPr>
            <a:r>
              <a:rPr sz="1400" b="0" i="0">
                <a:solidFill>
                  <a:srgbClr val="00303C"/>
                </a:solidFill>
                <a:latin typeface="Arial"/>
              </a:rPr>
              <a:t>Understand what is needed and how it is used</a:t>
            </a:r>
          </a:p>
        </p:txBody>
      </p:sp>
      <p:sp>
        <p:nvSpPr>
          <p:cNvPr id="4" name="Rounded Rectangle 3"/>
          <p:cNvSpPr/>
          <p:nvPr/>
        </p:nvSpPr>
        <p:spPr>
          <a:xfrm>
            <a:off x="438912" y="3639312"/>
            <a:ext cx="1508760" cy="411480"/>
          </a:xfrm>
          <a:prstGeom prst="roundRect">
            <a:avLst>
              <a:gd name="adj" fmla="val 6000"/>
            </a:avLst>
          </a:prstGeom>
          <a:solidFill>
            <a:srgbClr val="003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400"/>
              </a:spcAft>
            </a:pPr>
            <a:r>
              <a:rPr sz="1200" b="1" i="0">
                <a:solidFill>
                  <a:srgbClr val="FFFFFF"/>
                </a:solidFill>
                <a:latin typeface="Arial"/>
              </a:rPr>
              <a:t>Demander</a:t>
            </a:r>
          </a:p>
        </p:txBody>
      </p:sp>
      <p:sp>
        <p:nvSpPr>
          <p:cNvPr id="5" name="Rounded Rectangle 4"/>
          <p:cNvSpPr/>
          <p:nvPr/>
        </p:nvSpPr>
        <p:spPr>
          <a:xfrm>
            <a:off x="2072944" y="1188720"/>
            <a:ext cx="1508760" cy="233172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28016" bIns="128016"/>
          <a:lstStyle/>
          <a:p>
            <a:pPr algn="l">
              <a:spcAft>
                <a:spcPts val="600"/>
              </a:spcAft>
            </a:pPr>
            <a:r>
              <a:rPr sz="2000" b="1" i="0">
                <a:solidFill>
                  <a:srgbClr val="00303C"/>
                </a:solidFill>
                <a:latin typeface="Arial Black"/>
              </a:rPr>
              <a:t>1.2</a:t>
            </a:r>
          </a:p>
          <a:p>
            <a:pPr algn="l">
              <a:spcAft>
                <a:spcPts val="600"/>
              </a:spcAft>
            </a:pPr>
            <a:r>
              <a:rPr sz="1400" b="0" i="0">
                <a:solidFill>
                  <a:srgbClr val="00303C"/>
                </a:solidFill>
                <a:latin typeface="Arial"/>
              </a:rPr>
              <a:t>Develop the specification</a:t>
            </a:r>
          </a:p>
        </p:txBody>
      </p:sp>
      <p:sp>
        <p:nvSpPr>
          <p:cNvPr id="6" name="Rounded Rectangle 5"/>
          <p:cNvSpPr/>
          <p:nvPr/>
        </p:nvSpPr>
        <p:spPr>
          <a:xfrm>
            <a:off x="2072944" y="3639312"/>
            <a:ext cx="1508760" cy="411480"/>
          </a:xfrm>
          <a:prstGeom prst="roundRect">
            <a:avLst>
              <a:gd name="adj" fmla="val 6000"/>
            </a:avLst>
          </a:prstGeom>
          <a:solidFill>
            <a:srgbClr val="003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400"/>
              </a:spcAft>
            </a:pPr>
            <a:r>
              <a:rPr sz="1200" b="1" i="0">
                <a:solidFill>
                  <a:srgbClr val="FFFFFF"/>
                </a:solidFill>
                <a:latin typeface="Arial"/>
              </a:rPr>
              <a:t>Demander</a:t>
            </a:r>
          </a:p>
        </p:txBody>
      </p:sp>
      <p:sp>
        <p:nvSpPr>
          <p:cNvPr id="7" name="Rounded Rectangle 6"/>
          <p:cNvSpPr/>
          <p:nvPr/>
        </p:nvSpPr>
        <p:spPr>
          <a:xfrm>
            <a:off x="3706977" y="1188720"/>
            <a:ext cx="1508760" cy="2331720"/>
          </a:xfrm>
          <a:prstGeom prst="roundRect">
            <a:avLst>
              <a:gd name="adj" fmla="val 6000"/>
            </a:avLst>
          </a:prstGeom>
          <a:solidFill>
            <a:srgbClr val="E7FF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28016" bIns="128016"/>
          <a:lstStyle/>
          <a:p>
            <a:pPr algn="l">
              <a:spcAft>
                <a:spcPts val="600"/>
              </a:spcAft>
            </a:pPr>
            <a:r>
              <a:rPr sz="2000" b="1" i="0">
                <a:solidFill>
                  <a:srgbClr val="00303C"/>
                </a:solidFill>
                <a:latin typeface="Arial Black"/>
              </a:rPr>
              <a:t>1.3</a:t>
            </a:r>
          </a:p>
          <a:p>
            <a:pPr algn="l">
              <a:spcAft>
                <a:spcPts val="600"/>
              </a:spcAft>
            </a:pPr>
            <a:r>
              <a:rPr sz="1400" b="1" i="0">
                <a:solidFill>
                  <a:srgbClr val="00303C"/>
                </a:solidFill>
                <a:latin typeface="Arial"/>
              </a:rPr>
              <a:t>Identify and endorse quality requirements (QRRA)</a:t>
            </a:r>
          </a:p>
        </p:txBody>
      </p:sp>
      <p:sp>
        <p:nvSpPr>
          <p:cNvPr id="8" name="Rounded Rectangle 7"/>
          <p:cNvSpPr/>
          <p:nvPr/>
        </p:nvSpPr>
        <p:spPr>
          <a:xfrm>
            <a:off x="3706977" y="3639312"/>
            <a:ext cx="1508760" cy="411480"/>
          </a:xfrm>
          <a:prstGeom prst="roundRect">
            <a:avLst>
              <a:gd name="adj" fmla="val 6000"/>
            </a:avLst>
          </a:prstGeom>
          <a:solidFill>
            <a:srgbClr val="003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400"/>
              </a:spcAft>
            </a:pPr>
            <a:r>
              <a:rPr sz="1200" b="1" i="0">
                <a:solidFill>
                  <a:srgbClr val="FFFFFF"/>
                </a:solidFill>
                <a:latin typeface="Arial"/>
              </a:rPr>
              <a:t>Demander</a:t>
            </a:r>
          </a:p>
        </p:txBody>
      </p:sp>
      <p:sp>
        <p:nvSpPr>
          <p:cNvPr id="9" name="Rounded Rectangle 8"/>
          <p:cNvSpPr/>
          <p:nvPr/>
        </p:nvSpPr>
        <p:spPr>
          <a:xfrm>
            <a:off x="5341010" y="1188720"/>
            <a:ext cx="1508760" cy="233172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28016" bIns="128016"/>
          <a:lstStyle/>
          <a:p>
            <a:pPr algn="l">
              <a:spcAft>
                <a:spcPts val="600"/>
              </a:spcAft>
            </a:pPr>
            <a:r>
              <a:rPr sz="2000" b="1" i="0">
                <a:solidFill>
                  <a:srgbClr val="00303C"/>
                </a:solidFill>
                <a:latin typeface="Arial Black"/>
              </a:rPr>
              <a:t>1.4</a:t>
            </a:r>
          </a:p>
          <a:p>
            <a:pPr algn="l">
              <a:spcAft>
                <a:spcPts val="600"/>
              </a:spcAft>
            </a:pPr>
            <a:r>
              <a:rPr sz="1400" b="0" i="0">
                <a:solidFill>
                  <a:srgbClr val="00303C"/>
                </a:solidFill>
                <a:latin typeface="Arial"/>
              </a:rPr>
              <a:t>Create a material master (if new)</a:t>
            </a:r>
          </a:p>
        </p:txBody>
      </p:sp>
      <p:sp>
        <p:nvSpPr>
          <p:cNvPr id="10" name="Rounded Rectangle 9"/>
          <p:cNvSpPr/>
          <p:nvPr/>
        </p:nvSpPr>
        <p:spPr>
          <a:xfrm>
            <a:off x="5341010" y="3639312"/>
            <a:ext cx="1508760" cy="411480"/>
          </a:xfrm>
          <a:prstGeom prst="roundRect">
            <a:avLst>
              <a:gd name="adj" fmla="val 6000"/>
            </a:avLst>
          </a:prstGeom>
          <a:solidFill>
            <a:srgbClr val="E2DE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400"/>
              </a:spcAft>
            </a:pPr>
            <a:r>
              <a:rPr sz="1200" b="1" i="0">
                <a:solidFill>
                  <a:srgbClr val="00303C"/>
                </a:solidFill>
                <a:latin typeface="Arial"/>
              </a:rPr>
              <a:t>Requestor</a:t>
            </a:r>
          </a:p>
        </p:txBody>
      </p:sp>
      <p:sp>
        <p:nvSpPr>
          <p:cNvPr id="11" name="Rounded Rectangle 10"/>
          <p:cNvSpPr/>
          <p:nvPr/>
        </p:nvSpPr>
        <p:spPr>
          <a:xfrm>
            <a:off x="6975043" y="1188720"/>
            <a:ext cx="1508760" cy="233172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28016" bIns="128016"/>
          <a:lstStyle/>
          <a:p>
            <a:pPr algn="l">
              <a:spcAft>
                <a:spcPts val="600"/>
              </a:spcAft>
            </a:pPr>
            <a:r>
              <a:rPr sz="2000" b="1" i="0">
                <a:solidFill>
                  <a:srgbClr val="00303C"/>
                </a:solidFill>
                <a:latin typeface="Arial Black"/>
              </a:rPr>
              <a:t>1.5</a:t>
            </a:r>
          </a:p>
          <a:p>
            <a:pPr algn="l">
              <a:spcAft>
                <a:spcPts val="600"/>
              </a:spcAft>
            </a:pPr>
            <a:r>
              <a:rPr sz="1400" b="0" i="0">
                <a:solidFill>
                  <a:srgbClr val="00303C"/>
                </a:solidFill>
                <a:latin typeface="Arial"/>
              </a:rPr>
              <a:t>Launch procurement</a:t>
            </a:r>
          </a:p>
        </p:txBody>
      </p:sp>
      <p:sp>
        <p:nvSpPr>
          <p:cNvPr id="12" name="Rounded Rectangle 11"/>
          <p:cNvSpPr/>
          <p:nvPr/>
        </p:nvSpPr>
        <p:spPr>
          <a:xfrm>
            <a:off x="6975043" y="3639312"/>
            <a:ext cx="1508760" cy="411480"/>
          </a:xfrm>
          <a:prstGeom prst="roundRect">
            <a:avLst>
              <a:gd name="adj" fmla="val 6000"/>
            </a:avLst>
          </a:prstGeom>
          <a:solidFill>
            <a:srgbClr val="E2DE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400"/>
              </a:spcAft>
            </a:pPr>
            <a:r>
              <a:rPr sz="1200" b="1" i="0">
                <a:solidFill>
                  <a:srgbClr val="00303C"/>
                </a:solidFill>
                <a:latin typeface="Arial"/>
              </a:rPr>
              <a:t>Requestor</a:t>
            </a:r>
          </a:p>
        </p:txBody>
      </p:sp>
      <p:sp>
        <p:nvSpPr>
          <p:cNvPr id="13" name="Rounded Rectangle 12"/>
          <p:cNvSpPr/>
          <p:nvPr/>
        </p:nvSpPr>
        <p:spPr>
          <a:xfrm>
            <a:off x="8609076" y="1188720"/>
            <a:ext cx="1508760" cy="233172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28016" bIns="128016"/>
          <a:lstStyle/>
          <a:p>
            <a:pPr algn="l">
              <a:spcAft>
                <a:spcPts val="600"/>
              </a:spcAft>
            </a:pPr>
            <a:r>
              <a:rPr sz="2000" b="1" i="0">
                <a:solidFill>
                  <a:srgbClr val="00303C"/>
                </a:solidFill>
                <a:latin typeface="Arial Black"/>
              </a:rPr>
              <a:t>1.6</a:t>
            </a:r>
          </a:p>
          <a:p>
            <a:pPr algn="l">
              <a:spcAft>
                <a:spcPts val="600"/>
              </a:spcAft>
            </a:pPr>
            <a:r>
              <a:rPr sz="1400" b="0" i="0">
                <a:solidFill>
                  <a:srgbClr val="00303C"/>
                </a:solidFill>
                <a:latin typeface="Arial"/>
              </a:rPr>
              <a:t>Apply quality oversight and assurance</a:t>
            </a:r>
          </a:p>
        </p:txBody>
      </p:sp>
      <p:sp>
        <p:nvSpPr>
          <p:cNvPr id="14" name="Rounded Rectangle 13"/>
          <p:cNvSpPr/>
          <p:nvPr/>
        </p:nvSpPr>
        <p:spPr>
          <a:xfrm>
            <a:off x="8609076" y="3639312"/>
            <a:ext cx="1508760" cy="411480"/>
          </a:xfrm>
          <a:prstGeom prst="roundRect">
            <a:avLst>
              <a:gd name="adj" fmla="val 6000"/>
            </a:avLst>
          </a:prstGeom>
          <a:solidFill>
            <a:srgbClr val="003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400"/>
              </a:spcAft>
            </a:pPr>
            <a:r>
              <a:rPr sz="1200" b="1" i="0">
                <a:solidFill>
                  <a:srgbClr val="FFFFFF"/>
                </a:solidFill>
                <a:latin typeface="Arial"/>
              </a:rPr>
              <a:t>Quality</a:t>
            </a:r>
          </a:p>
        </p:txBody>
      </p:sp>
      <p:sp>
        <p:nvSpPr>
          <p:cNvPr id="15" name="Rounded Rectangle 14"/>
          <p:cNvSpPr/>
          <p:nvPr/>
        </p:nvSpPr>
        <p:spPr>
          <a:xfrm>
            <a:off x="10243108" y="1188720"/>
            <a:ext cx="1508760" cy="233172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28016" bIns="128016"/>
          <a:lstStyle/>
          <a:p>
            <a:pPr algn="l">
              <a:spcAft>
                <a:spcPts val="600"/>
              </a:spcAft>
            </a:pPr>
            <a:r>
              <a:rPr sz="2000" b="1" i="0">
                <a:solidFill>
                  <a:srgbClr val="00303C"/>
                </a:solidFill>
                <a:latin typeface="Arial Black"/>
              </a:rPr>
              <a:t>1.7</a:t>
            </a:r>
          </a:p>
          <a:p>
            <a:pPr algn="l">
              <a:spcAft>
                <a:spcPts val="600"/>
              </a:spcAft>
            </a:pPr>
            <a:r>
              <a:rPr sz="1400" b="0" i="0">
                <a:solidFill>
                  <a:srgbClr val="00303C"/>
                </a:solidFill>
                <a:latin typeface="Arial"/>
              </a:rPr>
              <a:t>Feed back on quality assurance and oversight</a:t>
            </a:r>
          </a:p>
        </p:txBody>
      </p:sp>
      <p:sp>
        <p:nvSpPr>
          <p:cNvPr id="16" name="Rounded Rectangle 15"/>
          <p:cNvSpPr/>
          <p:nvPr/>
        </p:nvSpPr>
        <p:spPr>
          <a:xfrm>
            <a:off x="10243108" y="3639312"/>
            <a:ext cx="1508760" cy="411480"/>
          </a:xfrm>
          <a:prstGeom prst="roundRect">
            <a:avLst>
              <a:gd name="adj" fmla="val 6000"/>
            </a:avLst>
          </a:prstGeom>
          <a:solidFill>
            <a:srgbClr val="003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400"/>
              </a:spcAft>
            </a:pPr>
            <a:r>
              <a:rPr sz="1200" b="1" i="0">
                <a:solidFill>
                  <a:srgbClr val="FFFFFF"/>
                </a:solidFill>
                <a:latin typeface="Arial"/>
              </a:rPr>
              <a:t>Quality</a:t>
            </a:r>
          </a:p>
        </p:txBody>
      </p:sp>
      <p:sp>
        <p:nvSpPr>
          <p:cNvPr id="17" name="TextBox 16"/>
          <p:cNvSpPr txBox="1"/>
          <p:nvPr/>
        </p:nvSpPr>
        <p:spPr>
          <a:xfrm>
            <a:off x="438912" y="4297680"/>
            <a:ext cx="3657600" cy="365760"/>
          </a:xfrm>
          <a:prstGeom prst="rect">
            <a:avLst/>
          </a:prstGeom>
          <a:noFill/>
        </p:spPr>
        <p:txBody>
          <a:bodyPr wrap="square" anchor="t" lIns="0" rIns="0" tIns="0" bIns="0">
            <a:spAutoFit/>
          </a:bodyPr>
          <a:lstStyle/>
          <a:p>
            <a:pPr algn="l">
              <a:spcAft>
                <a:spcPts val="600"/>
              </a:spcAft>
            </a:pPr>
            <a:r>
              <a:rPr sz="1800" b="1" i="0">
                <a:solidFill>
                  <a:srgbClr val="00303C"/>
                </a:solidFill>
                <a:latin typeface="Arial"/>
              </a:rPr>
              <a:t>Where Quality comes in</a:t>
            </a:r>
          </a:p>
        </p:txBody>
      </p:sp>
      <p:sp>
        <p:nvSpPr>
          <p:cNvPr id="18" name="Rounded Rectangle 17"/>
          <p:cNvSpPr/>
          <p:nvPr/>
        </p:nvSpPr>
        <p:spPr>
          <a:xfrm>
            <a:off x="438912" y="4754880"/>
            <a:ext cx="3657600" cy="1143000"/>
          </a:xfrm>
          <a:prstGeom prst="roundRect">
            <a:avLst>
              <a:gd name="adj" fmla="val 6000"/>
            </a:avLst>
          </a:prstGeom>
          <a:solidFill>
            <a:srgbClr val="ECFFC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spcAft>
                <a:spcPts val="400"/>
              </a:spcAft>
            </a:pPr>
            <a:r>
              <a:rPr sz="1400" b="1" i="0">
                <a:solidFill>
                  <a:srgbClr val="00303C"/>
                </a:solidFill>
                <a:latin typeface="Arial"/>
              </a:rPr>
              <a:t>Steps 1.1 to 1.3</a:t>
            </a:r>
          </a:p>
          <a:p>
            <a:pPr algn="l">
              <a:spcAft>
                <a:spcPts val="400"/>
              </a:spcAft>
            </a:pPr>
            <a:r>
              <a:rPr sz="1400" b="0" i="0">
                <a:solidFill>
                  <a:srgbClr val="00303C"/>
                </a:solidFill>
                <a:latin typeface="Arial"/>
              </a:rPr>
              <a:t>Key stakeholder: advise and challenge as requirements are defined</a:t>
            </a:r>
          </a:p>
        </p:txBody>
      </p:sp>
      <p:sp>
        <p:nvSpPr>
          <p:cNvPr id="19" name="Rounded Rectangle 18"/>
          <p:cNvSpPr/>
          <p:nvPr/>
        </p:nvSpPr>
        <p:spPr>
          <a:xfrm>
            <a:off x="4261104" y="4754880"/>
            <a:ext cx="3657600" cy="1143000"/>
          </a:xfrm>
          <a:prstGeom prst="roundRect">
            <a:avLst>
              <a:gd name="adj" fmla="val 6000"/>
            </a:avLst>
          </a:prstGeom>
          <a:solidFill>
            <a:srgbClr val="ECFFC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spcAft>
                <a:spcPts val="400"/>
              </a:spcAft>
            </a:pPr>
            <a:r>
              <a:rPr sz="1400" b="1" i="0">
                <a:solidFill>
                  <a:srgbClr val="00303C"/>
                </a:solidFill>
                <a:latin typeface="Arial"/>
              </a:rPr>
              <a:t>Step 1.3</a:t>
            </a:r>
          </a:p>
          <a:p>
            <a:pPr algn="l">
              <a:spcAft>
                <a:spcPts val="400"/>
              </a:spcAft>
            </a:pPr>
            <a:r>
              <a:rPr sz="1400" b="0" i="0">
                <a:solidFill>
                  <a:srgbClr val="00303C"/>
                </a:solidFill>
                <a:latin typeface="Arial"/>
              </a:rPr>
              <a:t>Integrated review team: endorse the QRRA and Quality Grade (and approve any QG 02P)</a:t>
            </a:r>
          </a:p>
        </p:txBody>
      </p:sp>
      <p:sp>
        <p:nvSpPr>
          <p:cNvPr id="20" name="Rounded Rectangle 19"/>
          <p:cNvSpPr/>
          <p:nvPr/>
        </p:nvSpPr>
        <p:spPr>
          <a:xfrm>
            <a:off x="8083296" y="4754880"/>
            <a:ext cx="3657600" cy="1143000"/>
          </a:xfrm>
          <a:prstGeom prst="roundRect">
            <a:avLst>
              <a:gd name="adj" fmla="val 6000"/>
            </a:avLst>
          </a:prstGeom>
          <a:solidFill>
            <a:srgbClr val="ECFFC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spcAft>
                <a:spcPts val="400"/>
              </a:spcAft>
            </a:pPr>
            <a:r>
              <a:rPr sz="1400" b="1" i="0">
                <a:solidFill>
                  <a:srgbClr val="00303C"/>
                </a:solidFill>
                <a:latin typeface="Arial"/>
              </a:rPr>
              <a:t>Steps 1.6 to 1.7</a:t>
            </a:r>
          </a:p>
          <a:p>
            <a:pPr algn="l">
              <a:spcAft>
                <a:spcPts val="400"/>
              </a:spcAft>
            </a:pPr>
            <a:r>
              <a:rPr sz="1400" b="0" i="0">
                <a:solidFill>
                  <a:srgbClr val="00303C"/>
                </a:solidFill>
                <a:latin typeface="Arial"/>
              </a:rPr>
              <a:t>Accountable: oversight applied, CFSI and off-condition feedback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When is a QRRA needed?</a:t>
            </a:r>
          </a:p>
        </p:txBody>
      </p:sp>
      <p:sp>
        <p:nvSpPr>
          <p:cNvPr id="3" name="Rounded Rectangle 2"/>
          <p:cNvSpPr/>
          <p:nvPr/>
        </p:nvSpPr>
        <p:spPr>
          <a:xfrm>
            <a:off x="438912" y="1188720"/>
            <a:ext cx="3657600" cy="324612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800"/>
              </a:spcAft>
            </a:pPr>
            <a:r>
              <a:rPr sz="1800" b="1" i="0">
                <a:solidFill>
                  <a:srgbClr val="00303C"/>
                </a:solidFill>
                <a:latin typeface="Arial"/>
              </a:rPr>
              <a:t>New plant and equipment</a:t>
            </a:r>
          </a:p>
          <a:p>
            <a:pPr algn="l">
              <a:spcAft>
                <a:spcPts val="800"/>
              </a:spcAft>
            </a:pPr>
            <a:r>
              <a:rPr sz="1400" b="0" i="0">
                <a:solidFill>
                  <a:srgbClr val="00303C"/>
                </a:solidFill>
                <a:latin typeface="Arial"/>
              </a:rPr>
              <a:t>Triggered once safety and operational performance requirements are identified in the Product Verification Plan (SEMS 2.3.2.7)</a:t>
            </a:r>
          </a:p>
          <a:p>
            <a:pPr algn="l">
              <a:spcAft>
                <a:spcPts val="800"/>
              </a:spcAft>
            </a:pPr>
            <a:r>
              <a:rPr sz="1400" b="0" i="0">
                <a:solidFill>
                  <a:srgbClr val="00303C"/>
                </a:solidFill>
                <a:latin typeface="Arial"/>
              </a:rPr>
              <a:t>Verification activities for the supplier are taken from the PVP and set out as quality requirements</a:t>
            </a:r>
          </a:p>
        </p:txBody>
      </p:sp>
      <p:sp>
        <p:nvSpPr>
          <p:cNvPr id="4" name="Rounded Rectangle 3"/>
          <p:cNvSpPr/>
          <p:nvPr/>
        </p:nvSpPr>
        <p:spPr>
          <a:xfrm>
            <a:off x="4261104" y="1188720"/>
            <a:ext cx="3657600" cy="324612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800"/>
              </a:spcAft>
            </a:pPr>
            <a:r>
              <a:rPr sz="1800" b="1" i="0">
                <a:solidFill>
                  <a:srgbClr val="00303C"/>
                </a:solidFill>
                <a:latin typeface="Arial"/>
              </a:rPr>
              <a:t>Existing assets, goods and services</a:t>
            </a:r>
          </a:p>
          <a:p>
            <a:pPr algn="l">
              <a:spcAft>
                <a:spcPts val="800"/>
              </a:spcAft>
            </a:pPr>
            <a:r>
              <a:rPr sz="1400" b="0" i="0">
                <a:solidFill>
                  <a:srgbClr val="00303C"/>
                </a:solidFill>
                <a:latin typeface="Arial"/>
              </a:rPr>
              <a:t>Triggered by replacement: obsolete or faulty equipment, or any service requested from a supplier</a:t>
            </a:r>
          </a:p>
          <a:p>
            <a:pPr algn="l">
              <a:spcAft>
                <a:spcPts val="800"/>
              </a:spcAft>
            </a:pPr>
            <a:r>
              <a:rPr sz="1400" b="0" i="0">
                <a:solidFill>
                  <a:srgbClr val="00303C"/>
                </a:solidFill>
                <a:latin typeface="Arial"/>
              </a:rPr>
              <a:t>Evidence level comes from regulatory needs and Maintenance Schedules (SEMS 2.6.5.1)</a:t>
            </a:r>
          </a:p>
        </p:txBody>
      </p:sp>
      <p:sp>
        <p:nvSpPr>
          <p:cNvPr id="5" name="Rounded Rectangle 4"/>
          <p:cNvSpPr/>
          <p:nvPr/>
        </p:nvSpPr>
        <p:spPr>
          <a:xfrm>
            <a:off x="8083296" y="1188720"/>
            <a:ext cx="3657600" cy="324612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800"/>
              </a:spcAft>
            </a:pPr>
            <a:r>
              <a:rPr sz="1800" b="1" i="0">
                <a:solidFill>
                  <a:srgbClr val="00303C"/>
                </a:solidFill>
                <a:latin typeface="Arial"/>
              </a:rPr>
              <a:t>Applies to everything</a:t>
            </a:r>
          </a:p>
          <a:p>
            <a:pPr algn="l">
              <a:spcAft>
                <a:spcPts val="800"/>
              </a:spcAft>
            </a:pPr>
            <a:r>
              <a:rPr sz="1400" b="0" i="0">
                <a:solidFill>
                  <a:srgbClr val="00303C"/>
                </a:solidFill>
                <a:latin typeface="Arial"/>
              </a:rPr>
              <a:t>COTS, MOTS and bespoke items all complete step 1.3</a:t>
            </a:r>
          </a:p>
          <a:p>
            <a:pPr algn="l">
              <a:spcAft>
                <a:spcPts val="800"/>
              </a:spcAft>
            </a:pPr>
            <a:r>
              <a:rPr sz="1400" b="0" i="0">
                <a:solidFill>
                  <a:srgbClr val="00303C"/>
                </a:solidFill>
                <a:latin typeface="Arial"/>
              </a:rPr>
              <a:t>Previous supplier performance is no guarantee of future performance</a:t>
            </a:r>
          </a:p>
          <a:p>
            <a:pPr algn="l">
              <a:spcAft>
                <a:spcPts val="800"/>
              </a:spcAft>
            </a:pPr>
            <a:r>
              <a:rPr sz="1400" b="0" i="0">
                <a:solidFill>
                  <a:srgbClr val="00303C"/>
                </a:solidFill>
                <a:latin typeface="Arial"/>
              </a:rPr>
              <a:t>Review existing specifications and material masters: nothing should be assumed unchanged</a:t>
            </a:r>
          </a:p>
        </p:txBody>
      </p:sp>
      <p:sp>
        <p:nvSpPr>
          <p:cNvPr id="6" name="Rounded Rectangle 5"/>
          <p:cNvSpPr/>
          <p:nvPr/>
        </p:nvSpPr>
        <p:spPr>
          <a:xfrm>
            <a:off x="438912" y="4663440"/>
            <a:ext cx="11311128" cy="1234440"/>
          </a:xfrm>
          <a:prstGeom prst="roundRect">
            <a:avLst>
              <a:gd name="adj" fmla="val 6000"/>
            </a:avLst>
          </a:prstGeom>
          <a:solidFill>
            <a:srgbClr val="003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400"/>
              </a:spcAft>
            </a:pPr>
            <a:r>
              <a:rPr sz="1600" b="1" i="0">
                <a:solidFill>
                  <a:srgbClr val="E7FF00"/>
                </a:solidFill>
                <a:latin typeface="Arial"/>
              </a:rPr>
              <a:t>Exemptions and simplifications</a:t>
            </a:r>
          </a:p>
          <a:p>
            <a:pPr algn="l">
              <a:spcAft>
                <a:spcPts val="400"/>
              </a:spcAft>
            </a:pPr>
            <a:r>
              <a:rPr sz="1400" b="0" i="0">
                <a:solidFill>
                  <a:srgbClr val="FFFFFF"/>
                </a:solidFill>
                <a:latin typeface="Arial"/>
              </a:rPr>
              <a:t>QG 04 items bought from the electronic catalogue are exempt. Where only minimal oversight is needed (e.g. a calibration certificate) it can be recorded on the material master or purchase requisition.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How the QRRA links to procurement (SLP 4.06.08)</a:t>
            </a:r>
          </a:p>
        </p:txBody>
      </p:sp>
      <p:sp>
        <p:nvSpPr>
          <p:cNvPr id="3" name="Rounded Rectangle 2"/>
          <p:cNvSpPr/>
          <p:nvPr/>
        </p:nvSpPr>
        <p:spPr>
          <a:xfrm>
            <a:off x="438912" y="1188720"/>
            <a:ext cx="2075688" cy="201168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46304" bIns="146304"/>
          <a:lstStyle/>
          <a:p>
            <a:pPr algn="l">
              <a:spcAft>
                <a:spcPts val="600"/>
              </a:spcAft>
            </a:pPr>
            <a:r>
              <a:rPr sz="1800" b="1" i="0">
                <a:solidFill>
                  <a:srgbClr val="00303C"/>
                </a:solidFill>
                <a:latin typeface="Arial Black"/>
              </a:rPr>
              <a:t>1.1</a:t>
            </a:r>
          </a:p>
          <a:p>
            <a:pPr algn="l">
              <a:spcAft>
                <a:spcPts val="600"/>
              </a:spcAft>
            </a:pPr>
            <a:r>
              <a:rPr sz="1400" b="1" i="0">
                <a:solidFill>
                  <a:srgbClr val="00303C"/>
                </a:solidFill>
                <a:latin typeface="Arial"/>
              </a:rPr>
              <a:t>Make vs Buy analysis</a:t>
            </a:r>
          </a:p>
          <a:p>
            <a:pPr algn="l">
              <a:spcAft>
                <a:spcPts val="600"/>
              </a:spcAft>
            </a:pPr>
            <a:r>
              <a:rPr sz="1200" b="0" i="0">
                <a:solidFill>
                  <a:srgbClr val="4A5A60"/>
                </a:solidFill>
                <a:latin typeface="Arial"/>
              </a:rPr>
              <a:t>SLP 4.06.24</a:t>
            </a:r>
          </a:p>
        </p:txBody>
      </p:sp>
      <p:sp>
        <p:nvSpPr>
          <p:cNvPr id="4" name="Right Arrow 3"/>
          <p:cNvSpPr/>
          <p:nvPr/>
        </p:nvSpPr>
        <p:spPr>
          <a:xfrm>
            <a:off x="2542032" y="2057400"/>
            <a:ext cx="182880" cy="274320"/>
          </a:xfrm>
          <a:prstGeom prst="rightArrow">
            <a:avLst/>
          </a:prstGeom>
          <a:solidFill>
            <a:srgbClr val="003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7772" y="1188720"/>
            <a:ext cx="2075688" cy="2011680"/>
          </a:xfrm>
          <a:prstGeom prst="roundRect">
            <a:avLst>
              <a:gd name="adj" fmla="val 6000"/>
            </a:avLst>
          </a:prstGeom>
          <a:solidFill>
            <a:srgbClr val="E7FF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46304" bIns="146304"/>
          <a:lstStyle/>
          <a:p>
            <a:pPr algn="l">
              <a:spcAft>
                <a:spcPts val="600"/>
              </a:spcAft>
            </a:pPr>
            <a:r>
              <a:rPr sz="1800" b="1" i="0">
                <a:solidFill>
                  <a:srgbClr val="00303C"/>
                </a:solidFill>
                <a:latin typeface="Arial Black"/>
              </a:rPr>
              <a:t>1.2</a:t>
            </a:r>
          </a:p>
          <a:p>
            <a:pPr algn="l">
              <a:spcAft>
                <a:spcPts val="600"/>
              </a:spcAft>
            </a:pPr>
            <a:r>
              <a:rPr sz="1400" b="1" i="0">
                <a:solidFill>
                  <a:srgbClr val="00303C"/>
                </a:solidFill>
                <a:latin typeface="Arial"/>
              </a:rPr>
              <a:t>Specify the requirement and agree Quality Grade</a:t>
            </a:r>
          </a:p>
          <a:p>
            <a:pPr algn="l">
              <a:spcAft>
                <a:spcPts val="600"/>
              </a:spcAft>
            </a:pPr>
            <a:r>
              <a:rPr sz="1200" b="0" i="0">
                <a:solidFill>
                  <a:srgbClr val="4A5A60"/>
                </a:solidFill>
                <a:latin typeface="Arial"/>
              </a:rPr>
              <a:t>SLP 1.02.44 and SLP 2.3.2.7_02</a:t>
            </a:r>
          </a:p>
        </p:txBody>
      </p:sp>
      <p:sp>
        <p:nvSpPr>
          <p:cNvPr id="6" name="Right Arrow 5"/>
          <p:cNvSpPr/>
          <p:nvPr/>
        </p:nvSpPr>
        <p:spPr>
          <a:xfrm>
            <a:off x="4850892" y="2057400"/>
            <a:ext cx="182880" cy="274320"/>
          </a:xfrm>
          <a:prstGeom prst="rightArrow">
            <a:avLst/>
          </a:prstGeom>
          <a:solidFill>
            <a:srgbClr val="003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56631" y="1188720"/>
            <a:ext cx="2075688" cy="201168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46304" bIns="146304"/>
          <a:lstStyle/>
          <a:p>
            <a:pPr algn="l">
              <a:spcAft>
                <a:spcPts val="600"/>
              </a:spcAft>
            </a:pPr>
            <a:r>
              <a:rPr sz="1800" b="1" i="0">
                <a:solidFill>
                  <a:srgbClr val="00303C"/>
                </a:solidFill>
                <a:latin typeface="Arial Black"/>
              </a:rPr>
              <a:t>1.3</a:t>
            </a:r>
          </a:p>
          <a:p>
            <a:pPr algn="l">
              <a:spcAft>
                <a:spcPts val="600"/>
              </a:spcAft>
            </a:pPr>
            <a:r>
              <a:rPr sz="1400" b="1" i="0">
                <a:solidFill>
                  <a:srgbClr val="00303C"/>
                </a:solidFill>
                <a:latin typeface="Arial"/>
              </a:rPr>
              <a:t>Review requirements to select route</a:t>
            </a:r>
          </a:p>
          <a:p>
            <a:pPr algn="l">
              <a:spcAft>
                <a:spcPts val="600"/>
              </a:spcAft>
            </a:pPr>
            <a:r>
              <a:rPr sz="1200" b="0" i="0">
                <a:solidFill>
                  <a:srgbClr val="4A5A60"/>
                </a:solidFill>
                <a:latin typeface="Arial"/>
              </a:rPr>
              <a:t>Frameworks, e-catalogue</a:t>
            </a:r>
          </a:p>
        </p:txBody>
      </p:sp>
      <p:sp>
        <p:nvSpPr>
          <p:cNvPr id="8" name="Right Arrow 7"/>
          <p:cNvSpPr/>
          <p:nvPr/>
        </p:nvSpPr>
        <p:spPr>
          <a:xfrm>
            <a:off x="7159751" y="2057400"/>
            <a:ext cx="182880" cy="274320"/>
          </a:xfrm>
          <a:prstGeom prst="rightArrow">
            <a:avLst/>
          </a:prstGeom>
          <a:solidFill>
            <a:srgbClr val="003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65492" y="1188720"/>
            <a:ext cx="2075688" cy="201168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46304" bIns="146304"/>
          <a:lstStyle/>
          <a:p>
            <a:pPr algn="l">
              <a:spcAft>
                <a:spcPts val="600"/>
              </a:spcAft>
            </a:pPr>
            <a:r>
              <a:rPr sz="1800" b="1" i="0">
                <a:solidFill>
                  <a:srgbClr val="00303C"/>
                </a:solidFill>
                <a:latin typeface="Arial Black"/>
              </a:rPr>
              <a:t>1.4</a:t>
            </a:r>
          </a:p>
          <a:p>
            <a:pPr algn="l">
              <a:spcAft>
                <a:spcPts val="600"/>
              </a:spcAft>
            </a:pPr>
            <a:r>
              <a:rPr sz="1400" b="1" i="0">
                <a:solidFill>
                  <a:srgbClr val="00303C"/>
                </a:solidFill>
                <a:latin typeface="Arial"/>
              </a:rPr>
              <a:t>Raise Purchase Requisition</a:t>
            </a:r>
          </a:p>
          <a:p>
            <a:pPr algn="l">
              <a:spcAft>
                <a:spcPts val="600"/>
              </a:spcAft>
            </a:pPr>
            <a:r>
              <a:rPr sz="1200" b="0" i="0">
                <a:solidFill>
                  <a:srgbClr val="4A5A60"/>
                </a:solidFill>
                <a:latin typeface="Arial"/>
              </a:rPr>
              <a:t>Needs specification and Quality Grade</a:t>
            </a:r>
          </a:p>
        </p:txBody>
      </p:sp>
      <p:sp>
        <p:nvSpPr>
          <p:cNvPr id="10" name="Right Arrow 9"/>
          <p:cNvSpPr/>
          <p:nvPr/>
        </p:nvSpPr>
        <p:spPr>
          <a:xfrm>
            <a:off x="9468611" y="2057400"/>
            <a:ext cx="182880" cy="274320"/>
          </a:xfrm>
          <a:prstGeom prst="rightArrow">
            <a:avLst/>
          </a:prstGeom>
          <a:solidFill>
            <a:srgbClr val="003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674352" y="1188720"/>
            <a:ext cx="2075688" cy="201168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46304" bIns="146304"/>
          <a:lstStyle/>
          <a:p>
            <a:pPr algn="l">
              <a:spcAft>
                <a:spcPts val="600"/>
              </a:spcAft>
            </a:pPr>
            <a:r>
              <a:rPr sz="1800" b="1" i="0">
                <a:solidFill>
                  <a:srgbClr val="00303C"/>
                </a:solidFill>
                <a:latin typeface="Arial Black"/>
              </a:rPr>
              <a:t>1.8</a:t>
            </a:r>
          </a:p>
          <a:p>
            <a:pPr algn="l">
              <a:spcAft>
                <a:spcPts val="600"/>
              </a:spcAft>
            </a:pPr>
            <a:r>
              <a:rPr sz="1400" b="1" i="0">
                <a:solidFill>
                  <a:srgbClr val="00303C"/>
                </a:solidFill>
                <a:latin typeface="Arial"/>
              </a:rPr>
              <a:t>Procurement operations</a:t>
            </a:r>
          </a:p>
          <a:p>
            <a:pPr algn="l">
              <a:spcAft>
                <a:spcPts val="600"/>
              </a:spcAft>
            </a:pPr>
            <a:r>
              <a:rPr sz="1200" b="0" i="0">
                <a:solidFill>
                  <a:srgbClr val="4A5A60"/>
                </a:solidFill>
                <a:latin typeface="Arial"/>
              </a:rPr>
              <a:t>Supply Chain Directorate</a:t>
            </a:r>
          </a:p>
        </p:txBody>
      </p:sp>
      <p:sp>
        <p:nvSpPr>
          <p:cNvPr id="12" name="Rounded Rectangle 11"/>
          <p:cNvSpPr/>
          <p:nvPr/>
        </p:nvSpPr>
        <p:spPr>
          <a:xfrm>
            <a:off x="438912" y="3520440"/>
            <a:ext cx="5568696" cy="1097280"/>
          </a:xfrm>
          <a:prstGeom prst="roundRect">
            <a:avLst>
              <a:gd name="adj" fmla="val 6000"/>
            </a:avLst>
          </a:prstGeom>
          <a:solidFill>
            <a:srgbClr val="ECF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l">
              <a:spcAft>
                <a:spcPts val="300"/>
              </a:spcAft>
            </a:pPr>
            <a:r>
              <a:rPr sz="1400" b="1" i="0">
                <a:solidFill>
                  <a:srgbClr val="00303C"/>
                </a:solidFill>
                <a:latin typeface="Arial"/>
              </a:rPr>
              <a:t>Trained Demand Specifiers only</a:t>
            </a:r>
          </a:p>
          <a:p>
            <a:pPr algn="l">
              <a:spcAft>
                <a:spcPts val="300"/>
              </a:spcAft>
            </a:pPr>
            <a:r>
              <a:rPr sz="1400" b="0" i="0">
                <a:solidFill>
                  <a:srgbClr val="00303C"/>
                </a:solidFill>
                <a:latin typeface="Arial"/>
              </a:rPr>
              <a:t>The SAP Demander will not process a request from someone not on the trained Demand Specifier list</a:t>
            </a:r>
          </a:p>
        </p:txBody>
      </p:sp>
      <p:sp>
        <p:nvSpPr>
          <p:cNvPr id="13" name="Rounded Rectangle 12"/>
          <p:cNvSpPr/>
          <p:nvPr/>
        </p:nvSpPr>
        <p:spPr>
          <a:xfrm>
            <a:off x="6181344" y="3520440"/>
            <a:ext cx="5568696" cy="1097280"/>
          </a:xfrm>
          <a:prstGeom prst="roundRect">
            <a:avLst>
              <a:gd name="adj" fmla="val 6000"/>
            </a:avLst>
          </a:prstGeom>
          <a:solidFill>
            <a:srgbClr val="ECF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l">
              <a:spcAft>
                <a:spcPts val="300"/>
              </a:spcAft>
            </a:pPr>
            <a:r>
              <a:rPr sz="1400" b="1" i="0">
                <a:solidFill>
                  <a:srgbClr val="00303C"/>
                </a:solidFill>
                <a:latin typeface="Arial"/>
              </a:rPr>
              <a:t>No Purchase Cards for QG 01 to 03</a:t>
            </a:r>
          </a:p>
          <a:p>
            <a:pPr algn="l">
              <a:spcAft>
                <a:spcPts val="300"/>
              </a:spcAft>
            </a:pPr>
            <a:r>
              <a:rPr sz="1400" b="0" i="0">
                <a:solidFill>
                  <a:srgbClr val="00303C"/>
                </a:solidFill>
                <a:latin typeface="Arial"/>
              </a:rPr>
              <a:t>Purchase Cards must not be used for Quality Grade 01, 02 or 03 supplies or services</a:t>
            </a:r>
          </a:p>
        </p:txBody>
      </p:sp>
      <p:sp>
        <p:nvSpPr>
          <p:cNvPr id="14" name="Rounded Rectangle 13"/>
          <p:cNvSpPr/>
          <p:nvPr/>
        </p:nvSpPr>
        <p:spPr>
          <a:xfrm>
            <a:off x="438912" y="4754880"/>
            <a:ext cx="5568696" cy="1097280"/>
          </a:xfrm>
          <a:prstGeom prst="roundRect">
            <a:avLst>
              <a:gd name="adj" fmla="val 6000"/>
            </a:avLst>
          </a:prstGeom>
          <a:solidFill>
            <a:srgbClr val="ECF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l">
              <a:spcAft>
                <a:spcPts val="300"/>
              </a:spcAft>
            </a:pPr>
            <a:r>
              <a:rPr sz="1400" b="1" i="0">
                <a:solidFill>
                  <a:srgbClr val="00303C"/>
                </a:solidFill>
                <a:latin typeface="Arial"/>
              </a:rPr>
              <a:t>QG 01 and 02 go to ICG</a:t>
            </a:r>
          </a:p>
          <a:p>
            <a:pPr algn="l">
              <a:spcAft>
                <a:spcPts val="300"/>
              </a:spcAft>
            </a:pPr>
            <a:r>
              <a:rPr sz="1400" b="0" i="0">
                <a:solidFill>
                  <a:srgbClr val="00303C"/>
                </a:solidFill>
                <a:latin typeface="Arial"/>
              </a:rPr>
              <a:t>The Supply Chain representative emails the Purchase Order and documents to ICG</a:t>
            </a:r>
          </a:p>
        </p:txBody>
      </p:sp>
      <p:sp>
        <p:nvSpPr>
          <p:cNvPr id="15" name="Rounded Rectangle 14"/>
          <p:cNvSpPr/>
          <p:nvPr/>
        </p:nvSpPr>
        <p:spPr>
          <a:xfrm>
            <a:off x="6181344" y="4754880"/>
            <a:ext cx="5568696" cy="1097280"/>
          </a:xfrm>
          <a:prstGeom prst="roundRect">
            <a:avLst>
              <a:gd name="adj" fmla="val 6000"/>
            </a:avLst>
          </a:prstGeom>
          <a:solidFill>
            <a:srgbClr val="ECF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l">
              <a:spcAft>
                <a:spcPts val="300"/>
              </a:spcAft>
            </a:pPr>
            <a:r>
              <a:rPr sz="1400" b="1" i="0">
                <a:solidFill>
                  <a:srgbClr val="00303C"/>
                </a:solidFill>
                <a:latin typeface="Arial"/>
              </a:rPr>
              <a:t>Check the QASL first</a:t>
            </a:r>
          </a:p>
          <a:p>
            <a:pPr algn="l">
              <a:spcAft>
                <a:spcPts val="300"/>
              </a:spcAft>
            </a:pPr>
            <a:r>
              <a:rPr sz="1400" b="0" i="0">
                <a:solidFill>
                  <a:srgbClr val="00303C"/>
                </a:solidFill>
                <a:latin typeface="Arial"/>
              </a:rPr>
              <a:t>No supplier without a grading on the Quality Assessed Supplier List (SLP 4.06.04)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Running a QRRA</a:t>
            </a:r>
          </a:p>
        </p:txBody>
      </p:sp>
      <p:sp>
        <p:nvSpPr>
          <p:cNvPr id="3" name="Subtitle 2"/>
          <p:cNvSpPr>
            <a:spLocks noGrp="1"/>
          </p:cNvSpPr>
          <p:nvPr>
            <p:ph type="subTitle" idx="1"/>
          </p:nvPr>
        </p:nvSpPr>
        <p:spPr/>
        <p:txBody>
          <a:bodyPr/>
          <a:lstStyle/>
          <a:p>
            <a:r>
              <a:t>Before, during and after the session</a:t>
            </a:r>
          </a:p>
        </p:txBody>
      </p:sp>
      <p:sp>
        <p:nvSpPr>
          <p:cNvPr id="4" name="TextBox 3"/>
          <p:cNvSpPr txBox="1"/>
          <p:nvPr/>
        </p:nvSpPr>
        <p:spPr>
          <a:xfrm>
            <a:off x="438912" y="1325880"/>
            <a:ext cx="2743200" cy="548640"/>
          </a:xfrm>
          <a:prstGeom prst="rect">
            <a:avLst/>
          </a:prstGeom>
          <a:noFill/>
        </p:spPr>
        <p:txBody>
          <a:bodyPr wrap="square" anchor="t" lIns="0" rIns="0" tIns="0" bIns="0">
            <a:spAutoFit/>
          </a:bodyPr>
          <a:lstStyle/>
          <a:p>
            <a:pPr algn="l">
              <a:spcAft>
                <a:spcPts val="600"/>
              </a:spcAft>
            </a:pPr>
            <a:r>
              <a:rPr sz="2800" b="0" i="0">
                <a:solidFill>
                  <a:srgbClr val="E7FF00"/>
                </a:solidFill>
                <a:latin typeface="Arial Black"/>
              </a:rPr>
              <a:t>03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Before the session</a:t>
            </a:r>
          </a:p>
        </p:txBody>
      </p:sp>
      <p:sp>
        <p:nvSpPr>
          <p:cNvPr id="3" name="Rounded Rectangle 2"/>
          <p:cNvSpPr/>
          <p:nvPr/>
        </p:nvSpPr>
        <p:spPr>
          <a:xfrm>
            <a:off x="438912" y="1188720"/>
            <a:ext cx="5568696" cy="4709160"/>
          </a:xfrm>
          <a:prstGeom prst="roundRect">
            <a:avLst>
              <a:gd name="adj" fmla="val 6000"/>
            </a:avLst>
          </a:prstGeom>
          <a:solidFill>
            <a:srgbClr val="E7FF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20040" rIns="320040" tIns="320040" bIns="320040"/>
          <a:lstStyle/>
          <a:p>
            <a:pPr algn="l">
              <a:spcAft>
                <a:spcPts val="1400"/>
              </a:spcAft>
            </a:pPr>
            <a:r>
              <a:rPr sz="1200" b="1" i="0">
                <a:solidFill>
                  <a:srgbClr val="00303C"/>
                </a:solidFill>
                <a:latin typeface="Arial"/>
              </a:rPr>
              <a:t>LEADS</a:t>
            </a:r>
          </a:p>
          <a:p>
            <a:pPr algn="l">
              <a:spcAft>
                <a:spcPts val="1400"/>
              </a:spcAft>
            </a:pPr>
            <a:r>
              <a:rPr sz="2200" b="1" i="0">
                <a:solidFill>
                  <a:srgbClr val="00303C"/>
                </a:solidFill>
                <a:latin typeface="Arial"/>
              </a:rPr>
              <a:t>Demander prepares</a:t>
            </a:r>
          </a:p>
          <a:p>
            <a:pPr algn="l">
              <a:spcAft>
                <a:spcPts val="1400"/>
              </a:spcAft>
            </a:pPr>
            <a:r>
              <a:rPr sz="1700" b="0" i="0">
                <a:solidFill>
                  <a:srgbClr val="00303C"/>
                </a:solidFill>
                <a:latin typeface="Arial"/>
              </a:rPr>
              <a:t>Defines the scope and how it will be broken down</a:t>
            </a:r>
          </a:p>
          <a:p>
            <a:pPr algn="l">
              <a:spcAft>
                <a:spcPts val="1400"/>
              </a:spcAft>
            </a:pPr>
            <a:r>
              <a:rPr sz="1700" b="0" i="0">
                <a:solidFill>
                  <a:srgbClr val="00303C"/>
                </a:solidFill>
                <a:latin typeface="Arial"/>
              </a:rPr>
              <a:t>Brings the specification (SEMS 2.3.2.6 / SLP 1.02.44) or COTS datasheet with OEM part numbers</a:t>
            </a:r>
          </a:p>
          <a:p>
            <a:pPr algn="l">
              <a:spcAft>
                <a:spcPts val="1400"/>
              </a:spcAft>
            </a:pPr>
            <a:r>
              <a:rPr sz="1700" b="0" i="0">
                <a:solidFill>
                  <a:srgbClr val="00303C"/>
                </a:solidFill>
                <a:latin typeface="Arial"/>
              </a:rPr>
              <a:t>Brings the PVP (SEMS 2.3.2.7) or Maintenance Schedule (SEMS 2.6.5.1)</a:t>
            </a:r>
          </a:p>
          <a:p>
            <a:pPr algn="l">
              <a:spcAft>
                <a:spcPts val="1400"/>
              </a:spcAft>
            </a:pPr>
            <a:r>
              <a:rPr sz="1700" b="0" i="0">
                <a:solidFill>
                  <a:srgbClr val="00303C"/>
                </a:solidFill>
                <a:latin typeface="Arial"/>
              </a:rPr>
              <a:t>Gathers existing material masters and previous QRRAs</a:t>
            </a:r>
          </a:p>
          <a:p>
            <a:pPr algn="l">
              <a:spcAft>
                <a:spcPts val="1400"/>
              </a:spcAft>
            </a:pPr>
            <a:r>
              <a:rPr sz="1700" b="0" i="0">
                <a:solidFill>
                  <a:srgbClr val="00303C"/>
                </a:solidFill>
                <a:latin typeface="Arial"/>
              </a:rPr>
              <a:t>Invites key stakeholders and books the session</a:t>
            </a:r>
          </a:p>
        </p:txBody>
      </p:sp>
      <p:sp>
        <p:nvSpPr>
          <p:cNvPr id="4" name="Rounded Rectangle 3"/>
          <p:cNvSpPr/>
          <p:nvPr/>
        </p:nvSpPr>
        <p:spPr>
          <a:xfrm>
            <a:off x="6181344" y="1188720"/>
            <a:ext cx="5568696" cy="4709160"/>
          </a:xfrm>
          <a:prstGeom prst="roundRect">
            <a:avLst>
              <a:gd name="adj" fmla="val 6000"/>
            </a:avLst>
          </a:prstGeom>
          <a:solidFill>
            <a:srgbClr val="00303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20040" rIns="320040" tIns="320040" bIns="320040"/>
          <a:lstStyle/>
          <a:p>
            <a:pPr algn="l">
              <a:spcAft>
                <a:spcPts val="1400"/>
              </a:spcAft>
            </a:pPr>
            <a:r>
              <a:rPr sz="1200" b="1" i="0">
                <a:solidFill>
                  <a:srgbClr val="FFFFFF"/>
                </a:solidFill>
                <a:latin typeface="Arial"/>
              </a:rPr>
              <a:t>FACILITATES</a:t>
            </a:r>
          </a:p>
          <a:p>
            <a:pPr algn="l">
              <a:spcAft>
                <a:spcPts val="1400"/>
              </a:spcAft>
            </a:pPr>
            <a:r>
              <a:rPr sz="2200" b="1" i="0">
                <a:solidFill>
                  <a:srgbClr val="FFFFFF"/>
                </a:solidFill>
                <a:latin typeface="Arial"/>
              </a:rPr>
              <a:t>Quality gets ready</a:t>
            </a:r>
          </a:p>
          <a:p>
            <a:pPr algn="l">
              <a:spcAft>
                <a:spcPts val="1400"/>
              </a:spcAft>
            </a:pPr>
            <a:r>
              <a:rPr sz="1700" b="0" i="0">
                <a:solidFill>
                  <a:srgbClr val="FFFFFF"/>
                </a:solidFill>
                <a:latin typeface="Arial"/>
              </a:rPr>
              <a:t>Reviews the pack in advance and notes questions</a:t>
            </a:r>
          </a:p>
          <a:p>
            <a:pPr algn="l">
              <a:spcAft>
                <a:spcPts val="1400"/>
              </a:spcAft>
            </a:pPr>
            <a:r>
              <a:rPr sz="1700" b="0" i="0">
                <a:solidFill>
                  <a:srgbClr val="FFFFFF"/>
                </a:solidFill>
                <a:latin typeface="Arial"/>
              </a:rPr>
              <a:t>Selects relevant Appendix 1 prompts</a:t>
            </a:r>
          </a:p>
          <a:p>
            <a:pPr algn="l">
              <a:spcAft>
                <a:spcPts val="1400"/>
              </a:spcAft>
            </a:pPr>
            <a:r>
              <a:rPr sz="1700" b="0" i="0">
                <a:solidFill>
                  <a:srgbClr val="FFFFFF"/>
                </a:solidFill>
                <a:latin typeface="Arial"/>
              </a:rPr>
              <a:t>Checks supplier history on the QASL and any CFSI or lessons learned</a:t>
            </a:r>
          </a:p>
          <a:p>
            <a:pPr algn="l">
              <a:spcAft>
                <a:spcPts val="1400"/>
              </a:spcAft>
            </a:pPr>
            <a:r>
              <a:rPr sz="1700" b="0" i="0">
                <a:solidFill>
                  <a:srgbClr val="FFFFFF"/>
                </a:solidFill>
                <a:latin typeface="Arial"/>
              </a:rPr>
              <a:t>Identifies relevant standards and regulations (e.g. PUWER, LOLER, UKCA, BS EN 1090, BS EN 61508)</a:t>
            </a:r>
          </a:p>
          <a:p>
            <a:pPr algn="l">
              <a:spcAft>
                <a:spcPts val="1400"/>
              </a:spcAft>
            </a:pPr>
            <a:r>
              <a:rPr sz="1700" b="0" i="0">
                <a:solidFill>
                  <a:srgbClr val="FFFFFF"/>
                </a:solidFill>
                <a:latin typeface="Arial"/>
              </a:rPr>
              <a:t>Confirms ICG availability where QG 01 or 02 is likely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During the session: six steps through SLF 2.3.2.7_02</a:t>
            </a:r>
          </a:p>
        </p:txBody>
      </p:sp>
      <p:sp>
        <p:nvSpPr>
          <p:cNvPr id="3" name="Rounded Rectangle 2"/>
          <p:cNvSpPr/>
          <p:nvPr/>
        </p:nvSpPr>
        <p:spPr>
          <a:xfrm>
            <a:off x="438912" y="1188720"/>
            <a:ext cx="3657600" cy="192024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4" name="Oval 3"/>
          <p:cNvSpPr/>
          <p:nvPr/>
        </p:nvSpPr>
        <p:spPr>
          <a:xfrm>
            <a:off x="640080" y="1417320"/>
            <a:ext cx="548640" cy="548640"/>
          </a:xfrm>
          <a:prstGeom prst="ellipse">
            <a:avLst/>
          </a:prstGeom>
          <a:solidFill>
            <a:srgbClr val="E7F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pPr>
            <a:r>
              <a:rPr sz="1600" b="1" i="0">
                <a:solidFill>
                  <a:srgbClr val="00303C"/>
                </a:solidFill>
                <a:latin typeface="Arial Black"/>
              </a:rPr>
              <a:t>1</a:t>
            </a:r>
          </a:p>
        </p:txBody>
      </p:sp>
      <p:sp>
        <p:nvSpPr>
          <p:cNvPr id="5" name="TextBox 4"/>
          <p:cNvSpPr txBox="1"/>
          <p:nvPr/>
        </p:nvSpPr>
        <p:spPr>
          <a:xfrm>
            <a:off x="1353312" y="1389888"/>
            <a:ext cx="2560320" cy="1645920"/>
          </a:xfrm>
          <a:prstGeom prst="rect">
            <a:avLst/>
          </a:prstGeom>
          <a:noFill/>
        </p:spPr>
        <p:txBody>
          <a:bodyPr wrap="square" anchor="t" lIns="0" rIns="0" tIns="0" bIns="0">
            <a:spAutoFit/>
          </a:bodyPr>
          <a:lstStyle/>
          <a:p>
            <a:pPr algn="l">
              <a:spcAft>
                <a:spcPts val="400"/>
              </a:spcAft>
            </a:pPr>
            <a:r>
              <a:rPr sz="1700" b="1" i="0">
                <a:solidFill>
                  <a:srgbClr val="00303C"/>
                </a:solidFill>
                <a:latin typeface="Arial"/>
              </a:rPr>
              <a:t>Break down the scope</a:t>
            </a:r>
          </a:p>
          <a:p>
            <a:pPr algn="l">
              <a:spcAft>
                <a:spcPts val="400"/>
              </a:spcAft>
            </a:pPr>
            <a:r>
              <a:rPr sz="1400" b="0" i="0">
                <a:solidFill>
                  <a:srgbClr val="00303C"/>
                </a:solidFill>
                <a:latin typeface="Arial"/>
              </a:rPr>
              <a:t>Choose component granularity. Split Procurement / Fabrication from Site Installation. Include lifetime spares.</a:t>
            </a:r>
          </a:p>
        </p:txBody>
      </p:sp>
      <p:sp>
        <p:nvSpPr>
          <p:cNvPr id="6" name="Rounded Rectangle 5"/>
          <p:cNvSpPr/>
          <p:nvPr/>
        </p:nvSpPr>
        <p:spPr>
          <a:xfrm>
            <a:off x="4261104" y="1188720"/>
            <a:ext cx="3657600" cy="192024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7" name="Oval 6"/>
          <p:cNvSpPr/>
          <p:nvPr/>
        </p:nvSpPr>
        <p:spPr>
          <a:xfrm>
            <a:off x="4462272" y="1417320"/>
            <a:ext cx="548640" cy="548640"/>
          </a:xfrm>
          <a:prstGeom prst="ellipse">
            <a:avLst/>
          </a:prstGeom>
          <a:solidFill>
            <a:srgbClr val="E7F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pPr>
            <a:r>
              <a:rPr sz="1600" b="1" i="0">
                <a:solidFill>
                  <a:srgbClr val="00303C"/>
                </a:solidFill>
                <a:latin typeface="Arial Black"/>
              </a:rPr>
              <a:t>2</a:t>
            </a:r>
          </a:p>
        </p:txBody>
      </p:sp>
      <p:sp>
        <p:nvSpPr>
          <p:cNvPr id="8" name="TextBox 7"/>
          <p:cNvSpPr txBox="1"/>
          <p:nvPr/>
        </p:nvSpPr>
        <p:spPr>
          <a:xfrm>
            <a:off x="5175504" y="1389888"/>
            <a:ext cx="2560320" cy="1645920"/>
          </a:xfrm>
          <a:prstGeom prst="rect">
            <a:avLst/>
          </a:prstGeom>
          <a:noFill/>
        </p:spPr>
        <p:txBody>
          <a:bodyPr wrap="square" anchor="t" lIns="0" rIns="0" tIns="0" bIns="0">
            <a:spAutoFit/>
          </a:bodyPr>
          <a:lstStyle/>
          <a:p>
            <a:pPr algn="l">
              <a:spcAft>
                <a:spcPts val="400"/>
              </a:spcAft>
            </a:pPr>
            <a:r>
              <a:rPr sz="1700" b="1" i="0">
                <a:solidFill>
                  <a:srgbClr val="00303C"/>
                </a:solidFill>
                <a:latin typeface="Arial"/>
              </a:rPr>
              <a:t>Assess consequences</a:t>
            </a:r>
          </a:p>
          <a:p>
            <a:pPr algn="l">
              <a:spcAft>
                <a:spcPts val="400"/>
              </a:spcAft>
            </a:pPr>
            <a:r>
              <a:rPr sz="1400" b="0" i="0">
                <a:solidFill>
                  <a:srgbClr val="00303C"/>
                </a:solidFill>
                <a:latin typeface="Arial"/>
              </a:rPr>
              <a:t>Rate each item against the seven risk columns on the form.</a:t>
            </a:r>
          </a:p>
        </p:txBody>
      </p:sp>
      <p:sp>
        <p:nvSpPr>
          <p:cNvPr id="9" name="Rounded Rectangle 8"/>
          <p:cNvSpPr/>
          <p:nvPr/>
        </p:nvSpPr>
        <p:spPr>
          <a:xfrm>
            <a:off x="8083296" y="1188720"/>
            <a:ext cx="3657600" cy="192024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10" name="Oval 9"/>
          <p:cNvSpPr/>
          <p:nvPr/>
        </p:nvSpPr>
        <p:spPr>
          <a:xfrm>
            <a:off x="8284464" y="1417320"/>
            <a:ext cx="548640" cy="548640"/>
          </a:xfrm>
          <a:prstGeom prst="ellipse">
            <a:avLst/>
          </a:prstGeom>
          <a:solidFill>
            <a:srgbClr val="E7F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pPr>
            <a:r>
              <a:rPr sz="1600" b="1" i="0">
                <a:solidFill>
                  <a:srgbClr val="00303C"/>
                </a:solidFill>
                <a:latin typeface="Arial Black"/>
              </a:rPr>
              <a:t>3</a:t>
            </a:r>
          </a:p>
        </p:txBody>
      </p:sp>
      <p:sp>
        <p:nvSpPr>
          <p:cNvPr id="11" name="TextBox 10"/>
          <p:cNvSpPr txBox="1"/>
          <p:nvPr/>
        </p:nvSpPr>
        <p:spPr>
          <a:xfrm>
            <a:off x="8997696" y="1389888"/>
            <a:ext cx="2560320" cy="1645920"/>
          </a:xfrm>
          <a:prstGeom prst="rect">
            <a:avLst/>
          </a:prstGeom>
          <a:noFill/>
        </p:spPr>
        <p:txBody>
          <a:bodyPr wrap="square" anchor="t" lIns="0" rIns="0" tIns="0" bIns="0">
            <a:spAutoFit/>
          </a:bodyPr>
          <a:lstStyle/>
          <a:p>
            <a:pPr algn="l">
              <a:spcAft>
                <a:spcPts val="400"/>
              </a:spcAft>
            </a:pPr>
            <a:r>
              <a:rPr sz="1700" b="1" i="0">
                <a:solidFill>
                  <a:srgbClr val="00303C"/>
                </a:solidFill>
                <a:latin typeface="Arial"/>
              </a:rPr>
              <a:t>Agree the Quality Grade</a:t>
            </a:r>
          </a:p>
          <a:p>
            <a:pPr algn="l">
              <a:spcAft>
                <a:spcPts val="400"/>
              </a:spcAft>
            </a:pPr>
            <a:r>
              <a:rPr sz="1400" b="0" i="0">
                <a:solidFill>
                  <a:srgbClr val="00303C"/>
                </a:solidFill>
                <a:latin typeface="Arial"/>
              </a:rPr>
              <a:t>QG 01, 02, 02P, 03 or 04, driven by the consequences and the Appendix 2 ‘other factors’.</a:t>
            </a:r>
          </a:p>
        </p:txBody>
      </p:sp>
      <p:sp>
        <p:nvSpPr>
          <p:cNvPr id="12" name="Rounded Rectangle 11"/>
          <p:cNvSpPr/>
          <p:nvPr/>
        </p:nvSpPr>
        <p:spPr>
          <a:xfrm>
            <a:off x="438912" y="3291839"/>
            <a:ext cx="3657600" cy="192024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13" name="Oval 12"/>
          <p:cNvSpPr/>
          <p:nvPr/>
        </p:nvSpPr>
        <p:spPr>
          <a:xfrm>
            <a:off x="640080" y="3520439"/>
            <a:ext cx="548640" cy="548640"/>
          </a:xfrm>
          <a:prstGeom prst="ellipse">
            <a:avLst/>
          </a:prstGeom>
          <a:solidFill>
            <a:srgbClr val="E7F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pPr>
            <a:r>
              <a:rPr sz="1600" b="1" i="0">
                <a:solidFill>
                  <a:srgbClr val="00303C"/>
                </a:solidFill>
                <a:latin typeface="Arial Black"/>
              </a:rPr>
              <a:t>4</a:t>
            </a:r>
          </a:p>
        </p:txBody>
      </p:sp>
      <p:sp>
        <p:nvSpPr>
          <p:cNvPr id="14" name="TextBox 13"/>
          <p:cNvSpPr txBox="1"/>
          <p:nvPr/>
        </p:nvSpPr>
        <p:spPr>
          <a:xfrm>
            <a:off x="1353312" y="3493008"/>
            <a:ext cx="2560320" cy="1645920"/>
          </a:xfrm>
          <a:prstGeom prst="rect">
            <a:avLst/>
          </a:prstGeom>
          <a:noFill/>
        </p:spPr>
        <p:txBody>
          <a:bodyPr wrap="square" anchor="t" lIns="0" rIns="0" tIns="0" bIns="0">
            <a:spAutoFit/>
          </a:bodyPr>
          <a:lstStyle/>
          <a:p>
            <a:pPr algn="l">
              <a:spcAft>
                <a:spcPts val="400"/>
              </a:spcAft>
            </a:pPr>
            <a:r>
              <a:rPr sz="1700" b="1" i="0">
                <a:solidFill>
                  <a:srgbClr val="00303C"/>
                </a:solidFill>
                <a:latin typeface="Arial"/>
              </a:rPr>
              <a:t>Select requirements</a:t>
            </a:r>
          </a:p>
          <a:p>
            <a:pPr algn="l">
              <a:spcAft>
                <a:spcPts val="400"/>
              </a:spcAft>
            </a:pPr>
            <a:r>
              <a:rPr sz="1400" b="0" i="0">
                <a:solidFill>
                  <a:srgbClr val="00303C"/>
                </a:solidFill>
                <a:latin typeface="Arial"/>
              </a:rPr>
              <a:t>For each requirement, record who verifies it: SL, SL/MC, MC, Other or N/A.</a:t>
            </a:r>
          </a:p>
        </p:txBody>
      </p:sp>
      <p:sp>
        <p:nvSpPr>
          <p:cNvPr id="15" name="Rounded Rectangle 14"/>
          <p:cNvSpPr/>
          <p:nvPr/>
        </p:nvSpPr>
        <p:spPr>
          <a:xfrm>
            <a:off x="4261104" y="3291839"/>
            <a:ext cx="3657600" cy="192024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16" name="Oval 15"/>
          <p:cNvSpPr/>
          <p:nvPr/>
        </p:nvSpPr>
        <p:spPr>
          <a:xfrm>
            <a:off x="4462272" y="3520439"/>
            <a:ext cx="548640" cy="548640"/>
          </a:xfrm>
          <a:prstGeom prst="ellipse">
            <a:avLst/>
          </a:prstGeom>
          <a:solidFill>
            <a:srgbClr val="E7F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pPr>
            <a:r>
              <a:rPr sz="1600" b="1" i="0">
                <a:solidFill>
                  <a:srgbClr val="00303C"/>
                </a:solidFill>
                <a:latin typeface="Arial Black"/>
              </a:rPr>
              <a:t>5</a:t>
            </a:r>
          </a:p>
        </p:txBody>
      </p:sp>
      <p:sp>
        <p:nvSpPr>
          <p:cNvPr id="17" name="TextBox 16"/>
          <p:cNvSpPr txBox="1"/>
          <p:nvPr/>
        </p:nvSpPr>
        <p:spPr>
          <a:xfrm>
            <a:off x="5175504" y="3493008"/>
            <a:ext cx="2560320" cy="1645920"/>
          </a:xfrm>
          <a:prstGeom prst="rect">
            <a:avLst/>
          </a:prstGeom>
          <a:noFill/>
        </p:spPr>
        <p:txBody>
          <a:bodyPr wrap="square" anchor="t" lIns="0" rIns="0" tIns="0" bIns="0">
            <a:spAutoFit/>
          </a:bodyPr>
          <a:lstStyle/>
          <a:p>
            <a:pPr algn="l">
              <a:spcAft>
                <a:spcPts val="400"/>
              </a:spcAft>
            </a:pPr>
            <a:r>
              <a:rPr sz="1700" b="1" i="0">
                <a:solidFill>
                  <a:srgbClr val="00303C"/>
                </a:solidFill>
                <a:latin typeface="Arial"/>
              </a:rPr>
              <a:t>Justify</a:t>
            </a:r>
          </a:p>
          <a:p>
            <a:pPr algn="l">
              <a:spcAft>
                <a:spcPts val="400"/>
              </a:spcAft>
            </a:pPr>
            <a:r>
              <a:rPr sz="1400" b="0" i="0">
                <a:solidFill>
                  <a:srgbClr val="00303C"/>
                </a:solidFill>
                <a:latin typeface="Arial"/>
              </a:rPr>
              <a:t>Record the reason for each activity and the factors considered in Supporting Comments.</a:t>
            </a:r>
          </a:p>
        </p:txBody>
      </p:sp>
      <p:sp>
        <p:nvSpPr>
          <p:cNvPr id="18" name="Rounded Rectangle 17"/>
          <p:cNvSpPr/>
          <p:nvPr/>
        </p:nvSpPr>
        <p:spPr>
          <a:xfrm>
            <a:off x="8083296" y="3291839"/>
            <a:ext cx="3657600" cy="192024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19" name="Oval 18"/>
          <p:cNvSpPr/>
          <p:nvPr/>
        </p:nvSpPr>
        <p:spPr>
          <a:xfrm>
            <a:off x="8284464" y="3520439"/>
            <a:ext cx="548640" cy="548640"/>
          </a:xfrm>
          <a:prstGeom prst="ellipse">
            <a:avLst/>
          </a:prstGeom>
          <a:solidFill>
            <a:srgbClr val="E7F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pPr>
            <a:r>
              <a:rPr sz="1600" b="1" i="0">
                <a:solidFill>
                  <a:srgbClr val="00303C"/>
                </a:solidFill>
                <a:latin typeface="Arial Black"/>
              </a:rPr>
              <a:t>6</a:t>
            </a:r>
          </a:p>
        </p:txBody>
      </p:sp>
      <p:sp>
        <p:nvSpPr>
          <p:cNvPr id="20" name="TextBox 19"/>
          <p:cNvSpPr txBox="1"/>
          <p:nvPr/>
        </p:nvSpPr>
        <p:spPr>
          <a:xfrm>
            <a:off x="8997696" y="3493008"/>
            <a:ext cx="2560320" cy="1645920"/>
          </a:xfrm>
          <a:prstGeom prst="rect">
            <a:avLst/>
          </a:prstGeom>
          <a:noFill/>
        </p:spPr>
        <p:txBody>
          <a:bodyPr wrap="square" anchor="t" lIns="0" rIns="0" tIns="0" bIns="0">
            <a:spAutoFit/>
          </a:bodyPr>
          <a:lstStyle/>
          <a:p>
            <a:pPr algn="l">
              <a:spcAft>
                <a:spcPts val="400"/>
              </a:spcAft>
            </a:pPr>
            <a:r>
              <a:rPr sz="1700" b="1" i="0">
                <a:solidFill>
                  <a:srgbClr val="00303C"/>
                </a:solidFill>
                <a:latin typeface="Arial"/>
              </a:rPr>
              <a:t>Confirm</a:t>
            </a:r>
          </a:p>
          <a:p>
            <a:pPr algn="l">
              <a:spcAft>
                <a:spcPts val="400"/>
              </a:spcAft>
            </a:pPr>
            <a:r>
              <a:rPr sz="1400" b="0" i="0">
                <a:solidFill>
                  <a:srgbClr val="00303C"/>
                </a:solidFill>
                <a:latin typeface="Arial"/>
              </a:rPr>
              <a:t>Agree with all stakeholders and complete the ‘Confirmed by’ section.</a:t>
            </a:r>
          </a:p>
        </p:txBody>
      </p:sp>
      <p:sp>
        <p:nvSpPr>
          <p:cNvPr id="21" name="Rounded Rectangle 20"/>
          <p:cNvSpPr/>
          <p:nvPr/>
        </p:nvSpPr>
        <p:spPr>
          <a:xfrm>
            <a:off x="438912" y="5440680"/>
            <a:ext cx="11311128" cy="457200"/>
          </a:xfrm>
          <a:prstGeom prst="roundRect">
            <a:avLst>
              <a:gd name="adj" fmla="val 6000"/>
            </a:avLst>
          </a:prstGeom>
          <a:solidFill>
            <a:srgbClr val="003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l">
              <a:spcAft>
                <a:spcPts val="400"/>
              </a:spcAft>
            </a:pPr>
            <a:r>
              <a:rPr sz="1400" b="1" i="0">
                <a:solidFill>
                  <a:srgbClr val="E7FF00"/>
                </a:solidFill>
                <a:latin typeface="Arial"/>
              </a:rPr>
              <a:t>The Demander leads every step. </a:t>
            </a:r>
            <a:r>
              <a:rPr sz="1400" b="0" i="0">
                <a:solidFill>
                  <a:srgbClr val="FFFFFF"/>
                </a:solidFill>
                <a:latin typeface="Arial"/>
              </a:rPr>
              <a:t>Quality prompts, challenges and checks the reasoning is recorded.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Step 2: rating the risk columns</a:t>
            </a:r>
          </a:p>
        </p:txBody>
      </p:sp>
      <p:graphicFrame>
        <p:nvGraphicFramePr>
          <p:cNvPr id="3" name="Table 2"/>
          <p:cNvGraphicFramePr>
            <a:graphicFrameLocks noGrp="1"/>
          </p:cNvGraphicFramePr>
          <p:nvPr/>
        </p:nvGraphicFramePr>
        <p:xfrm>
          <a:off x="438912" y="1188720"/>
          <a:ext cx="11311128" cy="4389120"/>
        </p:xfrm>
        <a:graphic>
          <a:graphicData uri="http://schemas.openxmlformats.org/drawingml/2006/table">
            <a:tbl>
              <a:tblPr firstRow="0" bandRow="0">
                <a:tableStyleId>{5C22544A-7EE6-4342-B048-85BDC9FD1C3A}</a:tableStyleId>
              </a:tblPr>
              <a:tblGrid>
                <a:gridCol w="3017520"/>
                <a:gridCol w="3291840"/>
                <a:gridCol w="5001768"/>
              </a:tblGrid>
              <a:tr h="548640">
                <a:tc>
                  <a:txBody>
                    <a:bodyPr wrap="square"/>
                    <a:lstStyle/>
                    <a:p>
                      <a:pPr algn="l">
                        <a:spcAft>
                          <a:spcPts val="0"/>
                        </a:spcAft>
                      </a:pPr>
                      <a:r>
                        <a:rPr sz="1400" b="1" i="0">
                          <a:solidFill>
                            <a:srgbClr val="FFFFFF"/>
                          </a:solidFill>
                          <a:latin typeface="Arial"/>
                        </a:rPr>
                        <a:t>Risk column</a:t>
                      </a:r>
                    </a:p>
                  </a:txBody>
                  <a:tcPr marL="73152" marR="73152" marT="36576" marB="36576" anchor="ctr">
                    <a:solidFill>
                      <a:srgbClr val="00303C"/>
                    </a:solidFill>
                  </a:tcPr>
                </a:tc>
                <a:tc>
                  <a:txBody>
                    <a:bodyPr wrap="square"/>
                    <a:lstStyle/>
                    <a:p>
                      <a:pPr algn="l">
                        <a:spcAft>
                          <a:spcPts val="0"/>
                        </a:spcAft>
                      </a:pPr>
                      <a:r>
                        <a:rPr sz="1400" b="1" i="0">
                          <a:solidFill>
                            <a:srgbClr val="FFFFFF"/>
                          </a:solidFill>
                          <a:latin typeface="Arial"/>
                        </a:rPr>
                        <a:t>Rating</a:t>
                      </a:r>
                    </a:p>
                  </a:txBody>
                  <a:tcPr marL="73152" marR="73152" marT="36576" marB="36576" anchor="ctr">
                    <a:solidFill>
                      <a:srgbClr val="00303C"/>
                    </a:solidFill>
                  </a:tcPr>
                </a:tc>
                <a:tc>
                  <a:txBody>
                    <a:bodyPr wrap="square"/>
                    <a:lstStyle/>
                    <a:p>
                      <a:pPr algn="l">
                        <a:spcAft>
                          <a:spcPts val="0"/>
                        </a:spcAft>
                      </a:pPr>
                      <a:r>
                        <a:rPr sz="1400" b="1" i="0">
                          <a:solidFill>
                            <a:srgbClr val="FFFFFF"/>
                          </a:solidFill>
                          <a:latin typeface="Arial"/>
                        </a:rPr>
                        <a:t>What to consider</a:t>
                      </a:r>
                    </a:p>
                  </a:txBody>
                  <a:tcPr marL="73152" marR="73152" marT="36576" marB="36576" anchor="ctr">
                    <a:solidFill>
                      <a:srgbClr val="00303C"/>
                    </a:solidFill>
                  </a:tcPr>
                </a:tc>
              </a:tr>
              <a:tr h="548640">
                <a:tc>
                  <a:txBody>
                    <a:bodyPr wrap="square"/>
                    <a:lstStyle/>
                    <a:p>
                      <a:pPr algn="l">
                        <a:spcAft>
                          <a:spcPts val="0"/>
                        </a:spcAft>
                      </a:pPr>
                      <a:r>
                        <a:rPr sz="1400" b="1" i="0">
                          <a:solidFill>
                            <a:srgbClr val="00303C"/>
                          </a:solidFill>
                          <a:latin typeface="Arial"/>
                        </a:rPr>
                        <a:t>Nuclear / Radiological Safety</a:t>
                      </a:r>
                    </a:p>
                  </a:txBody>
                  <a:tcPr marL="73152" marR="73152" marT="36576" marB="36576" anchor="ctr">
                    <a:solidFill>
                      <a:srgbClr val="FFFFFF"/>
                    </a:solidFill>
                  </a:tcPr>
                </a:tc>
                <a:tc>
                  <a:txBody>
                    <a:bodyPr wrap="square"/>
                    <a:lstStyle/>
                    <a:p>
                      <a:pPr algn="l">
                        <a:spcAft>
                          <a:spcPts val="0"/>
                        </a:spcAft>
                      </a:pPr>
                      <a:r>
                        <a:rPr sz="1400" b="0" i="0">
                          <a:solidFill>
                            <a:srgbClr val="00303C"/>
                          </a:solidFill>
                          <a:latin typeface="Arial"/>
                        </a:rPr>
                        <a:t>SFC 1, SFC 2, SFC 3, SF, SM, SRE, NP, EE</a:t>
                      </a:r>
                    </a:p>
                  </a:txBody>
                  <a:tcPr marL="73152" marR="73152" marT="36576" marB="36576" anchor="ctr">
                    <a:solidFill>
                      <a:srgbClr val="FFFFFF"/>
                    </a:solidFill>
                  </a:tcPr>
                </a:tc>
                <a:tc>
                  <a:txBody>
                    <a:bodyPr wrap="square"/>
                    <a:lstStyle/>
                    <a:p>
                      <a:pPr algn="l">
                        <a:spcAft>
                          <a:spcPts val="0"/>
                        </a:spcAft>
                      </a:pPr>
                      <a:r>
                        <a:rPr sz="1400" b="0" i="0">
                          <a:solidFill>
                            <a:srgbClr val="00303C"/>
                          </a:solidFill>
                          <a:latin typeface="Arial"/>
                        </a:rPr>
                        <a:t>Categorisation per SLSP 1.02.14.02; exposure or loss of containment</a:t>
                      </a:r>
                    </a:p>
                  </a:txBody>
                  <a:tcPr marL="73152" marR="73152" marT="36576" marB="36576" anchor="ctr">
                    <a:solidFill>
                      <a:srgbClr val="FFFFFF"/>
                    </a:solidFill>
                  </a:tcPr>
                </a:tc>
              </a:tr>
              <a:tr h="548640">
                <a:tc>
                  <a:txBody>
                    <a:bodyPr wrap="square"/>
                    <a:lstStyle/>
                    <a:p>
                      <a:pPr algn="l">
                        <a:spcAft>
                          <a:spcPts val="0"/>
                        </a:spcAft>
                      </a:pPr>
                      <a:r>
                        <a:rPr sz="1400" b="1" i="0">
                          <a:solidFill>
                            <a:srgbClr val="00303C"/>
                          </a:solidFill>
                          <a:latin typeface="Arial"/>
                        </a:rPr>
                        <a:t>Conventional Safety</a:t>
                      </a:r>
                    </a:p>
                  </a:txBody>
                  <a:tcPr marL="73152" marR="73152" marT="36576" marB="36576" anchor="ctr">
                    <a:solidFill>
                      <a:srgbClr val="F2F4F5"/>
                    </a:solidFill>
                  </a:tcPr>
                </a:tc>
                <a:tc>
                  <a:txBody>
                    <a:bodyPr wrap="square"/>
                    <a:lstStyle/>
                    <a:p>
                      <a:pPr algn="l">
                        <a:spcAft>
                          <a:spcPts val="0"/>
                        </a:spcAft>
                      </a:pPr>
                      <a:r>
                        <a:rPr sz="1400" b="0" i="0">
                          <a:solidFill>
                            <a:srgbClr val="00303C"/>
                          </a:solidFill>
                          <a:latin typeface="Arial"/>
                        </a:rPr>
                        <a:t>VH, H, M, L, N/A</a:t>
                      </a:r>
                    </a:p>
                  </a:txBody>
                  <a:tcPr marL="73152" marR="73152" marT="36576" marB="36576" anchor="ctr">
                    <a:solidFill>
                      <a:srgbClr val="F2F4F5"/>
                    </a:solidFill>
                  </a:tcPr>
                </a:tc>
                <a:tc>
                  <a:txBody>
                    <a:bodyPr wrap="square"/>
                    <a:lstStyle/>
                    <a:p>
                      <a:pPr algn="l">
                        <a:spcAft>
                          <a:spcPts val="0"/>
                        </a:spcAft>
                      </a:pPr>
                      <a:r>
                        <a:rPr sz="1400" b="0" i="0">
                          <a:solidFill>
                            <a:srgbClr val="00303C"/>
                          </a:solidFill>
                          <a:latin typeface="Arial"/>
                        </a:rPr>
                        <a:t>COSHH, DSEAR, machinery, COMAH, LOLER, PUWER, pressure systems</a:t>
                      </a:r>
                    </a:p>
                  </a:txBody>
                  <a:tcPr marL="73152" marR="73152" marT="36576" marB="36576" anchor="ctr">
                    <a:solidFill>
                      <a:srgbClr val="F2F4F5"/>
                    </a:solidFill>
                  </a:tcPr>
                </a:tc>
              </a:tr>
              <a:tr h="548640">
                <a:tc>
                  <a:txBody>
                    <a:bodyPr wrap="square"/>
                    <a:lstStyle/>
                    <a:p>
                      <a:pPr algn="l">
                        <a:spcAft>
                          <a:spcPts val="0"/>
                        </a:spcAft>
                      </a:pPr>
                      <a:r>
                        <a:rPr sz="1400" b="1" i="0">
                          <a:solidFill>
                            <a:srgbClr val="00303C"/>
                          </a:solidFill>
                          <a:latin typeface="Arial"/>
                        </a:rPr>
                        <a:t>Environmental</a:t>
                      </a:r>
                    </a:p>
                  </a:txBody>
                  <a:tcPr marL="73152" marR="73152" marT="36576" marB="36576" anchor="ctr">
                    <a:solidFill>
                      <a:srgbClr val="FFFFFF"/>
                    </a:solidFill>
                  </a:tcPr>
                </a:tc>
                <a:tc>
                  <a:txBody>
                    <a:bodyPr wrap="square"/>
                    <a:lstStyle/>
                    <a:p>
                      <a:pPr algn="l">
                        <a:spcAft>
                          <a:spcPts val="0"/>
                        </a:spcAft>
                      </a:pPr>
                      <a:r>
                        <a:rPr sz="1400" b="0" i="0">
                          <a:solidFill>
                            <a:srgbClr val="00303C"/>
                          </a:solidFill>
                          <a:latin typeface="Arial"/>
                        </a:rPr>
                        <a:t>E1, E2, E3</a:t>
                      </a:r>
                    </a:p>
                  </a:txBody>
                  <a:tcPr marL="73152" marR="73152" marT="36576" marB="36576" anchor="ctr">
                    <a:solidFill>
                      <a:srgbClr val="FFFFFF"/>
                    </a:solidFill>
                  </a:tcPr>
                </a:tc>
                <a:tc>
                  <a:txBody>
                    <a:bodyPr wrap="square"/>
                    <a:lstStyle/>
                    <a:p>
                      <a:pPr algn="l">
                        <a:spcAft>
                          <a:spcPts val="0"/>
                        </a:spcAft>
                      </a:pPr>
                      <a:r>
                        <a:rPr sz="1400" b="0" i="0">
                          <a:solidFill>
                            <a:srgbClr val="00303C"/>
                          </a:solidFill>
                          <a:latin typeface="Arial"/>
                        </a:rPr>
                        <a:t>SLSP 1.02.14.02 s1.2, potential impact under fault conditions</a:t>
                      </a:r>
                    </a:p>
                  </a:txBody>
                  <a:tcPr marL="73152" marR="73152" marT="36576" marB="36576" anchor="ctr">
                    <a:solidFill>
                      <a:srgbClr val="FFFFFF"/>
                    </a:solidFill>
                  </a:tcPr>
                </a:tc>
              </a:tr>
              <a:tr h="548640">
                <a:tc>
                  <a:txBody>
                    <a:bodyPr wrap="square"/>
                    <a:lstStyle/>
                    <a:p>
                      <a:pPr algn="l">
                        <a:spcAft>
                          <a:spcPts val="0"/>
                        </a:spcAft>
                      </a:pPr>
                      <a:r>
                        <a:rPr sz="1400" b="1" i="0">
                          <a:solidFill>
                            <a:srgbClr val="00303C"/>
                          </a:solidFill>
                          <a:latin typeface="Arial"/>
                        </a:rPr>
                        <a:t>Operational (TRAM)</a:t>
                      </a:r>
                    </a:p>
                  </a:txBody>
                  <a:tcPr marL="73152" marR="73152" marT="36576" marB="36576" anchor="ctr">
                    <a:solidFill>
                      <a:srgbClr val="F2F4F5"/>
                    </a:solidFill>
                  </a:tcPr>
                </a:tc>
                <a:tc>
                  <a:txBody>
                    <a:bodyPr wrap="square"/>
                    <a:lstStyle/>
                    <a:p>
                      <a:pPr algn="l">
                        <a:spcAft>
                          <a:spcPts val="0"/>
                        </a:spcAft>
                      </a:pPr>
                      <a:r>
                        <a:rPr sz="1400" b="0" i="0">
                          <a:solidFill>
                            <a:srgbClr val="00303C"/>
                          </a:solidFill>
                          <a:latin typeface="Arial"/>
                        </a:rPr>
                        <a:t>VH, H, M, L, N/A</a:t>
                      </a:r>
                    </a:p>
                  </a:txBody>
                  <a:tcPr marL="73152" marR="73152" marT="36576" marB="36576" anchor="ctr">
                    <a:solidFill>
                      <a:srgbClr val="F2F4F5"/>
                    </a:solidFill>
                  </a:tcPr>
                </a:tc>
                <a:tc>
                  <a:txBody>
                    <a:bodyPr wrap="square"/>
                    <a:lstStyle/>
                    <a:p>
                      <a:pPr algn="l">
                        <a:spcAft>
                          <a:spcPts val="0"/>
                        </a:spcAft>
                      </a:pPr>
                      <a:r>
                        <a:rPr sz="1400" b="0" i="0">
                          <a:solidFill>
                            <a:srgbClr val="00303C"/>
                          </a:solidFill>
                          <a:latin typeface="Arial"/>
                        </a:rPr>
                        <a:t>Throughput, reliability, availability, maintainability</a:t>
                      </a:r>
                    </a:p>
                  </a:txBody>
                  <a:tcPr marL="73152" marR="73152" marT="36576" marB="36576" anchor="ctr">
                    <a:solidFill>
                      <a:srgbClr val="F2F4F5"/>
                    </a:solidFill>
                  </a:tcPr>
                </a:tc>
              </a:tr>
              <a:tr h="548640">
                <a:tc>
                  <a:txBody>
                    <a:bodyPr wrap="square"/>
                    <a:lstStyle/>
                    <a:p>
                      <a:pPr algn="l">
                        <a:spcAft>
                          <a:spcPts val="0"/>
                        </a:spcAft>
                      </a:pPr>
                      <a:r>
                        <a:rPr sz="1400" b="1" i="0">
                          <a:solidFill>
                            <a:srgbClr val="00303C"/>
                          </a:solidFill>
                          <a:latin typeface="Arial"/>
                        </a:rPr>
                        <a:t>Security</a:t>
                      </a:r>
                    </a:p>
                  </a:txBody>
                  <a:tcPr marL="73152" marR="73152" marT="36576" marB="36576" anchor="ctr">
                    <a:solidFill>
                      <a:srgbClr val="FFFFFF"/>
                    </a:solidFill>
                  </a:tcPr>
                </a:tc>
                <a:tc>
                  <a:txBody>
                    <a:bodyPr wrap="square"/>
                    <a:lstStyle/>
                    <a:p>
                      <a:pPr algn="l">
                        <a:spcAft>
                          <a:spcPts val="0"/>
                        </a:spcAft>
                      </a:pPr>
                      <a:r>
                        <a:rPr sz="1400" b="0" i="0">
                          <a:solidFill>
                            <a:srgbClr val="00303C"/>
                          </a:solidFill>
                          <a:latin typeface="Arial"/>
                        </a:rPr>
                        <a:t>VH, H, M, L, N/A</a:t>
                      </a:r>
                    </a:p>
                  </a:txBody>
                  <a:tcPr marL="73152" marR="73152" marT="36576" marB="36576" anchor="ctr">
                    <a:solidFill>
                      <a:srgbClr val="FFFFFF"/>
                    </a:solidFill>
                  </a:tcPr>
                </a:tc>
                <a:tc>
                  <a:txBody>
                    <a:bodyPr wrap="square"/>
                    <a:lstStyle/>
                    <a:p>
                      <a:pPr algn="l">
                        <a:spcAft>
                          <a:spcPts val="0"/>
                        </a:spcAft>
                      </a:pPr>
                      <a:r>
                        <a:rPr sz="1400" b="0" i="0">
                          <a:solidFill>
                            <a:srgbClr val="00303C"/>
                          </a:solidFill>
                          <a:latin typeface="Arial"/>
                        </a:rPr>
                        <a:t>Consequences of physical or cyber security failure</a:t>
                      </a:r>
                    </a:p>
                  </a:txBody>
                  <a:tcPr marL="73152" marR="73152" marT="36576" marB="36576" anchor="ctr">
                    <a:solidFill>
                      <a:srgbClr val="FFFFFF"/>
                    </a:solidFill>
                  </a:tcPr>
                </a:tc>
              </a:tr>
              <a:tr h="548640">
                <a:tc>
                  <a:txBody>
                    <a:bodyPr wrap="square"/>
                    <a:lstStyle/>
                    <a:p>
                      <a:pPr algn="l">
                        <a:spcAft>
                          <a:spcPts val="0"/>
                        </a:spcAft>
                      </a:pPr>
                      <a:r>
                        <a:rPr sz="1400" b="1" i="0">
                          <a:solidFill>
                            <a:srgbClr val="00303C"/>
                          </a:solidFill>
                          <a:latin typeface="Arial"/>
                        </a:rPr>
                        <a:t>Grey Market</a:t>
                      </a:r>
                    </a:p>
                  </a:txBody>
                  <a:tcPr marL="73152" marR="73152" marT="36576" marB="36576" anchor="ctr">
                    <a:solidFill>
                      <a:srgbClr val="F2F4F5"/>
                    </a:solidFill>
                  </a:tcPr>
                </a:tc>
                <a:tc>
                  <a:txBody>
                    <a:bodyPr wrap="square"/>
                    <a:lstStyle/>
                    <a:p>
                      <a:pPr algn="l">
                        <a:spcAft>
                          <a:spcPts val="0"/>
                        </a:spcAft>
                      </a:pPr>
                      <a:r>
                        <a:rPr sz="1400" b="0" i="0">
                          <a:solidFill>
                            <a:srgbClr val="00303C"/>
                          </a:solidFill>
                          <a:latin typeface="Arial"/>
                        </a:rPr>
                        <a:t>Is the OEM known?</a:t>
                      </a:r>
                    </a:p>
                  </a:txBody>
                  <a:tcPr marL="73152" marR="73152" marT="36576" marB="36576" anchor="ctr">
                    <a:solidFill>
                      <a:srgbClr val="F2F4F5"/>
                    </a:solidFill>
                  </a:tcPr>
                </a:tc>
                <a:tc>
                  <a:txBody>
                    <a:bodyPr wrap="square"/>
                    <a:lstStyle/>
                    <a:p>
                      <a:pPr algn="l">
                        <a:spcAft>
                          <a:spcPts val="0"/>
                        </a:spcAft>
                      </a:pPr>
                      <a:r>
                        <a:rPr sz="1400" b="0" i="0">
                          <a:solidFill>
                            <a:srgbClr val="00303C"/>
                          </a:solidFill>
                          <a:latin typeface="Arial"/>
                        </a:rPr>
                        <a:t>CFSI exposure (SEMS 3.3.5.3, IAEA NP-T-3.26)</a:t>
                      </a:r>
                    </a:p>
                  </a:txBody>
                  <a:tcPr marL="73152" marR="73152" marT="36576" marB="36576" anchor="ctr">
                    <a:solidFill>
                      <a:srgbClr val="F2F4F5"/>
                    </a:solidFill>
                  </a:tcPr>
                </a:tc>
              </a:tr>
              <a:tr h="548640">
                <a:tc>
                  <a:txBody>
                    <a:bodyPr wrap="square"/>
                    <a:lstStyle/>
                    <a:p>
                      <a:pPr algn="l">
                        <a:spcAft>
                          <a:spcPts val="0"/>
                        </a:spcAft>
                      </a:pPr>
                      <a:r>
                        <a:rPr sz="1400" b="1" i="0">
                          <a:solidFill>
                            <a:srgbClr val="00303C"/>
                          </a:solidFill>
                          <a:latin typeface="Arial"/>
                        </a:rPr>
                        <a:t>Business</a:t>
                      </a:r>
                    </a:p>
                  </a:txBody>
                  <a:tcPr marL="73152" marR="73152" marT="36576" marB="36576" anchor="ctr">
                    <a:solidFill>
                      <a:srgbClr val="FFFFFF"/>
                    </a:solidFill>
                  </a:tcPr>
                </a:tc>
                <a:tc>
                  <a:txBody>
                    <a:bodyPr wrap="square"/>
                    <a:lstStyle/>
                    <a:p>
                      <a:pPr algn="l">
                        <a:spcAft>
                          <a:spcPts val="0"/>
                        </a:spcAft>
                      </a:pPr>
                      <a:r>
                        <a:rPr sz="1400" b="0" i="0">
                          <a:solidFill>
                            <a:srgbClr val="00303C"/>
                          </a:solidFill>
                          <a:latin typeface="Arial"/>
                        </a:rPr>
                        <a:t>VH, H, M, L, N/A</a:t>
                      </a:r>
                    </a:p>
                  </a:txBody>
                  <a:tcPr marL="73152" marR="73152" marT="36576" marB="36576" anchor="ctr">
                    <a:solidFill>
                      <a:srgbClr val="FFFFFF"/>
                    </a:solidFill>
                  </a:tcPr>
                </a:tc>
                <a:tc>
                  <a:txBody>
                    <a:bodyPr wrap="square"/>
                    <a:lstStyle/>
                    <a:p>
                      <a:pPr algn="l">
                        <a:spcAft>
                          <a:spcPts val="0"/>
                        </a:spcAft>
                      </a:pPr>
                      <a:r>
                        <a:rPr sz="1400" b="0" i="0">
                          <a:solidFill>
                            <a:srgbClr val="00303C"/>
                          </a:solidFill>
                          <a:latin typeface="Arial"/>
                        </a:rPr>
                        <a:t>Cost, programme, commercial and reputational impact</a:t>
                      </a:r>
                    </a:p>
                  </a:txBody>
                  <a:tcPr marL="73152" marR="73152" marT="36576" marB="36576" anchor="ctr">
                    <a:solidFill>
                      <a:srgbClr val="FFFFFF"/>
                    </a:solidFill>
                  </a:tcPr>
                </a:tc>
              </a:tr>
            </a:tbl>
          </a:graphicData>
        </a:graphic>
      </p:graphicFrame>
      <p:sp>
        <p:nvSpPr>
          <p:cNvPr id="4" name="TextBox 3"/>
          <p:cNvSpPr txBox="1"/>
          <p:nvPr/>
        </p:nvSpPr>
        <p:spPr>
          <a:xfrm>
            <a:off x="438912" y="5623560"/>
            <a:ext cx="11311128" cy="320040"/>
          </a:xfrm>
          <a:prstGeom prst="rect">
            <a:avLst/>
          </a:prstGeom>
          <a:noFill/>
        </p:spPr>
        <p:txBody>
          <a:bodyPr wrap="square" anchor="t" lIns="0" rIns="0" tIns="0" bIns="0">
            <a:spAutoFit/>
          </a:bodyPr>
          <a:lstStyle/>
          <a:p>
            <a:pPr algn="l">
              <a:spcAft>
                <a:spcPts val="600"/>
              </a:spcAft>
            </a:pPr>
            <a:r>
              <a:rPr sz="1200" b="0" i="1">
                <a:solidFill>
                  <a:srgbClr val="4A5A60"/>
                </a:solidFill>
                <a:latin typeface="Arial"/>
              </a:rPr>
              <a:t>Use Appendix 3 of SLP 2.3.2.7_02 for risk scoring criteria and consequences (Very High to Low).</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Step 3: agreeing the Quality Grade</a:t>
            </a:r>
          </a:p>
        </p:txBody>
      </p:sp>
      <p:graphicFrame>
        <p:nvGraphicFramePr>
          <p:cNvPr id="3" name="Table 2"/>
          <p:cNvGraphicFramePr>
            <a:graphicFrameLocks noGrp="1"/>
          </p:cNvGraphicFramePr>
          <p:nvPr/>
        </p:nvGraphicFramePr>
        <p:xfrm>
          <a:off x="438912" y="1188720"/>
          <a:ext cx="7315200" cy="4279392"/>
        </p:xfrm>
        <a:graphic>
          <a:graphicData uri="http://schemas.openxmlformats.org/drawingml/2006/table">
            <a:tbl>
              <a:tblPr firstRow="0" bandRow="0">
                <a:tableStyleId>{5C22544A-7EE6-4342-B048-85BDC9FD1C3A}</a:tableStyleId>
              </a:tblPr>
              <a:tblGrid>
                <a:gridCol w="960120"/>
                <a:gridCol w="1463040"/>
                <a:gridCol w="2880360"/>
                <a:gridCol w="2011680"/>
              </a:tblGrid>
              <a:tr h="713232">
                <a:tc>
                  <a:txBody>
                    <a:bodyPr wrap="square"/>
                    <a:lstStyle/>
                    <a:p>
                      <a:pPr algn="l">
                        <a:spcAft>
                          <a:spcPts val="0"/>
                        </a:spcAft>
                      </a:pPr>
                      <a:r>
                        <a:rPr sz="1300" b="1" i="0">
                          <a:solidFill>
                            <a:srgbClr val="FFFFFF"/>
                          </a:solidFill>
                          <a:latin typeface="Arial"/>
                        </a:rPr>
                        <a:t>Grade</a:t>
                      </a:r>
                    </a:p>
                  </a:txBody>
                  <a:tcPr marL="73152" marR="73152" marT="36576" marB="36576" anchor="ctr">
                    <a:solidFill>
                      <a:srgbClr val="00303C"/>
                    </a:solidFill>
                  </a:tcPr>
                </a:tc>
                <a:tc>
                  <a:txBody>
                    <a:bodyPr wrap="square"/>
                    <a:lstStyle/>
                    <a:p>
                      <a:pPr algn="l">
                        <a:spcAft>
                          <a:spcPts val="0"/>
                        </a:spcAft>
                      </a:pPr>
                      <a:r>
                        <a:rPr sz="1300" b="1" i="0">
                          <a:solidFill>
                            <a:srgbClr val="FFFFFF"/>
                          </a:solidFill>
                          <a:latin typeface="Arial"/>
                        </a:rPr>
                        <a:t>Risk</a:t>
                      </a:r>
                    </a:p>
                  </a:txBody>
                  <a:tcPr marL="73152" marR="73152" marT="36576" marB="36576" anchor="ctr">
                    <a:solidFill>
                      <a:srgbClr val="00303C"/>
                    </a:solidFill>
                  </a:tcPr>
                </a:tc>
                <a:tc>
                  <a:txBody>
                    <a:bodyPr wrap="square"/>
                    <a:lstStyle/>
                    <a:p>
                      <a:pPr algn="l">
                        <a:spcAft>
                          <a:spcPts val="0"/>
                        </a:spcAft>
                      </a:pPr>
                      <a:r>
                        <a:rPr sz="1300" b="1" i="0">
                          <a:solidFill>
                            <a:srgbClr val="FFFFFF"/>
                          </a:solidFill>
                          <a:latin typeface="Arial"/>
                        </a:rPr>
                        <a:t>Risk mitigation</a:t>
                      </a:r>
                    </a:p>
                  </a:txBody>
                  <a:tcPr marL="73152" marR="73152" marT="36576" marB="36576" anchor="ctr">
                    <a:solidFill>
                      <a:srgbClr val="00303C"/>
                    </a:solidFill>
                  </a:tcPr>
                </a:tc>
                <a:tc>
                  <a:txBody>
                    <a:bodyPr wrap="square"/>
                    <a:lstStyle/>
                    <a:p>
                      <a:pPr algn="l">
                        <a:spcAft>
                          <a:spcPts val="0"/>
                        </a:spcAft>
                      </a:pPr>
                      <a:r>
                        <a:rPr sz="1300" b="1" i="0">
                          <a:solidFill>
                            <a:srgbClr val="FFFFFF"/>
                          </a:solidFill>
                          <a:latin typeface="Arial"/>
                        </a:rPr>
                        <a:t>Quality Plan</a:t>
                      </a:r>
                    </a:p>
                  </a:txBody>
                  <a:tcPr marL="73152" marR="73152" marT="36576" marB="36576" anchor="ctr">
                    <a:solidFill>
                      <a:srgbClr val="00303C"/>
                    </a:solidFill>
                  </a:tcPr>
                </a:tc>
              </a:tr>
              <a:tr h="713232">
                <a:tc>
                  <a:txBody>
                    <a:bodyPr wrap="square"/>
                    <a:lstStyle/>
                    <a:p>
                      <a:pPr algn="l">
                        <a:spcAft>
                          <a:spcPts val="0"/>
                        </a:spcAft>
                      </a:pPr>
                      <a:r>
                        <a:rPr sz="1300" b="1" i="0">
                          <a:solidFill>
                            <a:srgbClr val="00303C"/>
                          </a:solidFill>
                          <a:latin typeface="Arial"/>
                        </a:rPr>
                        <a:t>QG 01</a:t>
                      </a:r>
                    </a:p>
                  </a:txBody>
                  <a:tcPr marL="73152" marR="73152" marT="36576" marB="36576" anchor="ctr">
                    <a:solidFill>
                      <a:srgbClr val="FFFFFF"/>
                    </a:solidFill>
                  </a:tcPr>
                </a:tc>
                <a:tc>
                  <a:txBody>
                    <a:bodyPr wrap="square"/>
                    <a:lstStyle/>
                    <a:p>
                      <a:pPr algn="l">
                        <a:spcAft>
                          <a:spcPts val="0"/>
                        </a:spcAft>
                      </a:pPr>
                      <a:r>
                        <a:rPr sz="1300" b="0" i="0">
                          <a:solidFill>
                            <a:srgbClr val="00303C"/>
                          </a:solidFill>
                          <a:latin typeface="Arial"/>
                        </a:rPr>
                        <a:t>Very High</a:t>
                      </a:r>
                    </a:p>
                  </a:txBody>
                  <a:tcPr marL="73152" marR="73152" marT="36576" marB="36576" anchor="ctr">
                    <a:solidFill>
                      <a:srgbClr val="FFFFFF"/>
                    </a:solidFill>
                  </a:tcPr>
                </a:tc>
                <a:tc>
                  <a:txBody>
                    <a:bodyPr wrap="square"/>
                    <a:lstStyle/>
                    <a:p>
                      <a:pPr algn="l">
                        <a:spcAft>
                          <a:spcPts val="0"/>
                        </a:spcAft>
                      </a:pPr>
                      <a:r>
                        <a:rPr sz="1300" b="0" i="0">
                          <a:solidFill>
                            <a:srgbClr val="00303C"/>
                          </a:solidFill>
                          <a:latin typeface="Arial"/>
                        </a:rPr>
                        <a:t>Inspection at supplier’s works by ICG</a:t>
                      </a:r>
                    </a:p>
                  </a:txBody>
                  <a:tcPr marL="73152" marR="73152" marT="36576" marB="36576" anchor="ctr">
                    <a:solidFill>
                      <a:srgbClr val="FFFFFF"/>
                    </a:solidFill>
                  </a:tcPr>
                </a:tc>
                <a:tc>
                  <a:txBody>
                    <a:bodyPr wrap="square"/>
                    <a:lstStyle/>
                    <a:p>
                      <a:pPr algn="l">
                        <a:spcAft>
                          <a:spcPts val="0"/>
                        </a:spcAft>
                      </a:pPr>
                      <a:r>
                        <a:rPr sz="1300" b="0" i="0">
                          <a:solidFill>
                            <a:srgbClr val="00303C"/>
                          </a:solidFill>
                          <a:latin typeface="Arial"/>
                        </a:rPr>
                        <a:t>Required, approved before manufacture</a:t>
                      </a:r>
                    </a:p>
                  </a:txBody>
                  <a:tcPr marL="73152" marR="73152" marT="36576" marB="36576" anchor="ctr">
                    <a:solidFill>
                      <a:srgbClr val="FFFFFF"/>
                    </a:solidFill>
                  </a:tcPr>
                </a:tc>
              </a:tr>
              <a:tr h="713232">
                <a:tc>
                  <a:txBody>
                    <a:bodyPr wrap="square"/>
                    <a:lstStyle/>
                    <a:p>
                      <a:pPr algn="l">
                        <a:spcAft>
                          <a:spcPts val="0"/>
                        </a:spcAft>
                      </a:pPr>
                      <a:r>
                        <a:rPr sz="1300" b="1" i="0">
                          <a:solidFill>
                            <a:srgbClr val="00303C"/>
                          </a:solidFill>
                          <a:latin typeface="Arial"/>
                        </a:rPr>
                        <a:t>QG 02</a:t>
                      </a:r>
                    </a:p>
                  </a:txBody>
                  <a:tcPr marL="73152" marR="73152" marT="36576" marB="36576" anchor="ctr">
                    <a:solidFill>
                      <a:srgbClr val="F2F4F5"/>
                    </a:solidFill>
                  </a:tcPr>
                </a:tc>
                <a:tc>
                  <a:txBody>
                    <a:bodyPr wrap="square"/>
                    <a:lstStyle/>
                    <a:p>
                      <a:pPr algn="l">
                        <a:spcAft>
                          <a:spcPts val="0"/>
                        </a:spcAft>
                      </a:pPr>
                      <a:r>
                        <a:rPr sz="1300" b="0" i="0">
                          <a:solidFill>
                            <a:srgbClr val="00303C"/>
                          </a:solidFill>
                          <a:latin typeface="Arial"/>
                        </a:rPr>
                        <a:t>High</a:t>
                      </a:r>
                    </a:p>
                  </a:txBody>
                  <a:tcPr marL="73152" marR="73152" marT="36576" marB="36576" anchor="ctr">
                    <a:solidFill>
                      <a:srgbClr val="F2F4F5"/>
                    </a:solidFill>
                  </a:tcPr>
                </a:tc>
                <a:tc>
                  <a:txBody>
                    <a:bodyPr wrap="square"/>
                    <a:lstStyle/>
                    <a:p>
                      <a:pPr algn="l">
                        <a:spcAft>
                          <a:spcPts val="0"/>
                        </a:spcAft>
                      </a:pPr>
                      <a:r>
                        <a:rPr sz="1300" b="0" i="0">
                          <a:solidFill>
                            <a:srgbClr val="00303C"/>
                          </a:solidFill>
                          <a:latin typeface="Arial"/>
                        </a:rPr>
                        <a:t>Inspection at supplier’s works by ICG</a:t>
                      </a:r>
                    </a:p>
                  </a:txBody>
                  <a:tcPr marL="73152" marR="73152" marT="36576" marB="36576" anchor="ctr">
                    <a:solidFill>
                      <a:srgbClr val="F2F4F5"/>
                    </a:solidFill>
                  </a:tcPr>
                </a:tc>
                <a:tc>
                  <a:txBody>
                    <a:bodyPr wrap="square"/>
                    <a:lstStyle/>
                    <a:p>
                      <a:pPr algn="l">
                        <a:spcAft>
                          <a:spcPts val="0"/>
                        </a:spcAft>
                      </a:pPr>
                      <a:r>
                        <a:rPr sz="1300" b="0" i="0">
                          <a:solidFill>
                            <a:srgbClr val="00303C"/>
                          </a:solidFill>
                          <a:latin typeface="Arial"/>
                        </a:rPr>
                        <a:t>Required, approved before manufacture</a:t>
                      </a:r>
                    </a:p>
                  </a:txBody>
                  <a:tcPr marL="73152" marR="73152" marT="36576" marB="36576" anchor="ctr">
                    <a:solidFill>
                      <a:srgbClr val="F2F4F5"/>
                    </a:solidFill>
                  </a:tcPr>
                </a:tc>
              </a:tr>
              <a:tr h="713232">
                <a:tc>
                  <a:txBody>
                    <a:bodyPr wrap="square"/>
                    <a:lstStyle/>
                    <a:p>
                      <a:pPr algn="l">
                        <a:spcAft>
                          <a:spcPts val="0"/>
                        </a:spcAft>
                      </a:pPr>
                      <a:r>
                        <a:rPr sz="1300" b="1" i="0">
                          <a:solidFill>
                            <a:srgbClr val="00303C"/>
                          </a:solidFill>
                          <a:latin typeface="Arial"/>
                        </a:rPr>
                        <a:t>QG 02P</a:t>
                      </a:r>
                    </a:p>
                  </a:txBody>
                  <a:tcPr marL="73152" marR="73152" marT="36576" marB="36576" anchor="ctr">
                    <a:solidFill>
                      <a:srgbClr val="FFFFFF"/>
                    </a:solidFill>
                  </a:tcPr>
                </a:tc>
                <a:tc>
                  <a:txBody>
                    <a:bodyPr wrap="square"/>
                    <a:lstStyle/>
                    <a:p>
                      <a:pPr algn="l">
                        <a:spcAft>
                          <a:spcPts val="0"/>
                        </a:spcAft>
                      </a:pPr>
                      <a:r>
                        <a:rPr sz="1300" b="0" i="0">
                          <a:solidFill>
                            <a:srgbClr val="00303C"/>
                          </a:solidFill>
                          <a:latin typeface="Arial"/>
                        </a:rPr>
                        <a:t>High (proprietary)</a:t>
                      </a:r>
                    </a:p>
                  </a:txBody>
                  <a:tcPr marL="73152" marR="73152" marT="36576" marB="36576" anchor="ctr">
                    <a:solidFill>
                      <a:srgbClr val="FFFFFF"/>
                    </a:solidFill>
                  </a:tcPr>
                </a:tc>
                <a:tc>
                  <a:txBody>
                    <a:bodyPr wrap="square"/>
                    <a:lstStyle/>
                    <a:p>
                      <a:pPr algn="l">
                        <a:spcAft>
                          <a:spcPts val="0"/>
                        </a:spcAft>
                      </a:pPr>
                      <a:r>
                        <a:rPr sz="1300" b="0" i="0">
                          <a:solidFill>
                            <a:srgbClr val="00303C"/>
                          </a:solidFill>
                          <a:latin typeface="Arial"/>
                        </a:rPr>
                        <a:t>Manufacturer inspection; final inspection at Lillyhall Stores</a:t>
                      </a:r>
                    </a:p>
                  </a:txBody>
                  <a:tcPr marL="73152" marR="73152" marT="36576" marB="36576" anchor="ctr">
                    <a:solidFill>
                      <a:srgbClr val="FFFFFF"/>
                    </a:solidFill>
                  </a:tcPr>
                </a:tc>
                <a:tc>
                  <a:txBody>
                    <a:bodyPr wrap="square"/>
                    <a:lstStyle/>
                    <a:p>
                      <a:pPr algn="l">
                        <a:spcAft>
                          <a:spcPts val="0"/>
                        </a:spcAft>
                      </a:pPr>
                      <a:r>
                        <a:rPr sz="1300" b="0" i="0">
                          <a:solidFill>
                            <a:srgbClr val="00303C"/>
                          </a:solidFill>
                          <a:latin typeface="Arial"/>
                        </a:rPr>
                        <a:t>Not required; justification on QRRA</a:t>
                      </a:r>
                    </a:p>
                  </a:txBody>
                  <a:tcPr marL="73152" marR="73152" marT="36576" marB="36576" anchor="ctr">
                    <a:solidFill>
                      <a:srgbClr val="FFFFFF"/>
                    </a:solidFill>
                  </a:tcPr>
                </a:tc>
              </a:tr>
              <a:tr h="713232">
                <a:tc>
                  <a:txBody>
                    <a:bodyPr wrap="square"/>
                    <a:lstStyle/>
                    <a:p>
                      <a:pPr algn="l">
                        <a:spcAft>
                          <a:spcPts val="0"/>
                        </a:spcAft>
                      </a:pPr>
                      <a:r>
                        <a:rPr sz="1300" b="1" i="0">
                          <a:solidFill>
                            <a:srgbClr val="00303C"/>
                          </a:solidFill>
                          <a:latin typeface="Arial"/>
                        </a:rPr>
                        <a:t>QG 03</a:t>
                      </a:r>
                    </a:p>
                  </a:txBody>
                  <a:tcPr marL="73152" marR="73152" marT="36576" marB="36576" anchor="ctr">
                    <a:solidFill>
                      <a:srgbClr val="F2F4F5"/>
                    </a:solidFill>
                  </a:tcPr>
                </a:tc>
                <a:tc>
                  <a:txBody>
                    <a:bodyPr wrap="square"/>
                    <a:lstStyle/>
                    <a:p>
                      <a:pPr algn="l">
                        <a:spcAft>
                          <a:spcPts val="0"/>
                        </a:spcAft>
                      </a:pPr>
                      <a:r>
                        <a:rPr sz="1300" b="0" i="0">
                          <a:solidFill>
                            <a:srgbClr val="00303C"/>
                          </a:solidFill>
                          <a:latin typeface="Arial"/>
                        </a:rPr>
                        <a:t>Medium</a:t>
                      </a:r>
                    </a:p>
                  </a:txBody>
                  <a:tcPr marL="73152" marR="73152" marT="36576" marB="36576" anchor="ctr">
                    <a:solidFill>
                      <a:srgbClr val="F2F4F5"/>
                    </a:solidFill>
                  </a:tcPr>
                </a:tc>
                <a:tc>
                  <a:txBody>
                    <a:bodyPr wrap="square"/>
                    <a:lstStyle/>
                    <a:p>
                      <a:pPr algn="l">
                        <a:spcAft>
                          <a:spcPts val="0"/>
                        </a:spcAft>
                      </a:pPr>
                      <a:r>
                        <a:rPr sz="1300" b="0" i="0">
                          <a:solidFill>
                            <a:srgbClr val="00303C"/>
                          </a:solidFill>
                          <a:latin typeface="Arial"/>
                        </a:rPr>
                        <a:t>Receipt inspection by ICG</a:t>
                      </a:r>
                    </a:p>
                  </a:txBody>
                  <a:tcPr marL="73152" marR="73152" marT="36576" marB="36576" anchor="ctr">
                    <a:solidFill>
                      <a:srgbClr val="F2F4F5"/>
                    </a:solidFill>
                  </a:tcPr>
                </a:tc>
                <a:tc>
                  <a:txBody>
                    <a:bodyPr wrap="square"/>
                    <a:lstStyle/>
                    <a:p>
                      <a:pPr algn="l">
                        <a:spcAft>
                          <a:spcPts val="0"/>
                        </a:spcAft>
                      </a:pPr>
                      <a:r>
                        <a:rPr sz="1300" b="0" i="0">
                          <a:solidFill>
                            <a:srgbClr val="00303C"/>
                          </a:solidFill>
                          <a:latin typeface="Arial"/>
                        </a:rPr>
                        <a:t>By exception</a:t>
                      </a:r>
                    </a:p>
                  </a:txBody>
                  <a:tcPr marL="73152" marR="73152" marT="36576" marB="36576" anchor="ctr">
                    <a:solidFill>
                      <a:srgbClr val="F2F4F5"/>
                    </a:solidFill>
                  </a:tcPr>
                </a:tc>
              </a:tr>
              <a:tr h="713232">
                <a:tc>
                  <a:txBody>
                    <a:bodyPr wrap="square"/>
                    <a:lstStyle/>
                    <a:p>
                      <a:pPr algn="l">
                        <a:spcAft>
                          <a:spcPts val="0"/>
                        </a:spcAft>
                      </a:pPr>
                      <a:r>
                        <a:rPr sz="1300" b="1" i="0">
                          <a:solidFill>
                            <a:srgbClr val="00303C"/>
                          </a:solidFill>
                          <a:latin typeface="Arial"/>
                        </a:rPr>
                        <a:t>QG 04</a:t>
                      </a:r>
                    </a:p>
                  </a:txBody>
                  <a:tcPr marL="73152" marR="73152" marT="36576" marB="36576" anchor="ctr">
                    <a:solidFill>
                      <a:srgbClr val="FFFFFF"/>
                    </a:solidFill>
                  </a:tcPr>
                </a:tc>
                <a:tc>
                  <a:txBody>
                    <a:bodyPr wrap="square"/>
                    <a:lstStyle/>
                    <a:p>
                      <a:pPr algn="l">
                        <a:spcAft>
                          <a:spcPts val="0"/>
                        </a:spcAft>
                      </a:pPr>
                      <a:r>
                        <a:rPr sz="1300" b="0" i="0">
                          <a:solidFill>
                            <a:srgbClr val="00303C"/>
                          </a:solidFill>
                          <a:latin typeface="Arial"/>
                        </a:rPr>
                        <a:t>Low / none</a:t>
                      </a:r>
                    </a:p>
                  </a:txBody>
                  <a:tcPr marL="73152" marR="73152" marT="36576" marB="36576" anchor="ctr">
                    <a:solidFill>
                      <a:srgbClr val="FFFFFF"/>
                    </a:solidFill>
                  </a:tcPr>
                </a:tc>
                <a:tc>
                  <a:txBody>
                    <a:bodyPr wrap="square"/>
                    <a:lstStyle/>
                    <a:p>
                      <a:pPr algn="l">
                        <a:spcAft>
                          <a:spcPts val="0"/>
                        </a:spcAft>
                      </a:pPr>
                      <a:r>
                        <a:rPr sz="1300" b="0" i="0">
                          <a:solidFill>
                            <a:srgbClr val="00303C"/>
                          </a:solidFill>
                          <a:latin typeface="Arial"/>
                        </a:rPr>
                        <a:t>Transit damage and order completion check only</a:t>
                      </a:r>
                    </a:p>
                  </a:txBody>
                  <a:tcPr marL="73152" marR="73152" marT="36576" marB="36576" anchor="ctr">
                    <a:solidFill>
                      <a:srgbClr val="FFFFFF"/>
                    </a:solidFill>
                  </a:tcPr>
                </a:tc>
                <a:tc>
                  <a:txBody>
                    <a:bodyPr wrap="square"/>
                    <a:lstStyle/>
                    <a:p>
                      <a:pPr algn="l">
                        <a:spcAft>
                          <a:spcPts val="0"/>
                        </a:spcAft>
                      </a:pPr>
                      <a:r>
                        <a:rPr sz="1300" b="0" i="0">
                          <a:solidFill>
                            <a:srgbClr val="00303C"/>
                          </a:solidFill>
                          <a:latin typeface="Arial"/>
                        </a:rPr>
                        <a:t>Not required</a:t>
                      </a:r>
                    </a:p>
                  </a:txBody>
                  <a:tcPr marL="73152" marR="73152" marT="36576" marB="36576" anchor="ctr">
                    <a:solidFill>
                      <a:srgbClr val="FFFFFF"/>
                    </a:solidFill>
                  </a:tcPr>
                </a:tc>
              </a:tr>
            </a:tbl>
          </a:graphicData>
        </a:graphic>
      </p:graphicFrame>
      <p:sp>
        <p:nvSpPr>
          <p:cNvPr id="4" name="Rounded Rectangle 3"/>
          <p:cNvSpPr/>
          <p:nvPr/>
        </p:nvSpPr>
        <p:spPr>
          <a:xfrm>
            <a:off x="8001000" y="1188720"/>
            <a:ext cx="3749039" cy="1344168"/>
          </a:xfrm>
          <a:prstGeom prst="roundRect">
            <a:avLst>
              <a:gd name="adj" fmla="val 6000"/>
            </a:avLst>
          </a:prstGeom>
          <a:solidFill>
            <a:srgbClr val="ECF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l">
              <a:spcAft>
                <a:spcPts val="300"/>
              </a:spcAft>
            </a:pPr>
            <a:r>
              <a:rPr sz="1400" b="1" i="0">
                <a:solidFill>
                  <a:srgbClr val="00303C"/>
                </a:solidFill>
                <a:latin typeface="Arial"/>
              </a:rPr>
              <a:t>Minimum QG 03</a:t>
            </a:r>
          </a:p>
          <a:p>
            <a:pPr algn="l">
              <a:spcAft>
                <a:spcPts val="300"/>
              </a:spcAft>
            </a:pPr>
            <a:r>
              <a:rPr sz="1400" b="0" i="0">
                <a:solidFill>
                  <a:srgbClr val="00303C"/>
                </a:solidFill>
                <a:latin typeface="Arial"/>
              </a:rPr>
              <a:t>Any item needing design, development or Sellafield Ltd inspection</a:t>
            </a:r>
          </a:p>
        </p:txBody>
      </p:sp>
      <p:sp>
        <p:nvSpPr>
          <p:cNvPr id="5" name="Rounded Rectangle 4"/>
          <p:cNvSpPr/>
          <p:nvPr/>
        </p:nvSpPr>
        <p:spPr>
          <a:xfrm>
            <a:off x="8001000" y="2670048"/>
            <a:ext cx="3749039" cy="1344168"/>
          </a:xfrm>
          <a:prstGeom prst="roundRect">
            <a:avLst>
              <a:gd name="adj" fmla="val 6000"/>
            </a:avLst>
          </a:prstGeom>
          <a:solidFill>
            <a:srgbClr val="ECF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l">
              <a:spcAft>
                <a:spcPts val="300"/>
              </a:spcAft>
            </a:pPr>
            <a:r>
              <a:rPr sz="1400" b="1" i="0">
                <a:solidFill>
                  <a:srgbClr val="00303C"/>
                </a:solidFill>
                <a:latin typeface="Arial"/>
              </a:rPr>
              <a:t>QG 02P needs approval</a:t>
            </a:r>
          </a:p>
          <a:p>
            <a:pPr algn="l">
              <a:spcAft>
                <a:spcPts val="300"/>
              </a:spcAft>
            </a:pPr>
            <a:r>
              <a:rPr sz="1400" b="0" i="0">
                <a:solidFill>
                  <a:srgbClr val="00303C"/>
                </a:solidFill>
                <a:latin typeface="Arial"/>
              </a:rPr>
              <a:t>Justification and risk assessment recorded on the QRRA, approved by Quality and the integrated review team</a:t>
            </a:r>
          </a:p>
        </p:txBody>
      </p:sp>
      <p:sp>
        <p:nvSpPr>
          <p:cNvPr id="6" name="Rounded Rectangle 5"/>
          <p:cNvSpPr/>
          <p:nvPr/>
        </p:nvSpPr>
        <p:spPr>
          <a:xfrm>
            <a:off x="8001000" y="4151376"/>
            <a:ext cx="3749039" cy="1344168"/>
          </a:xfrm>
          <a:prstGeom prst="roundRect">
            <a:avLst>
              <a:gd name="adj" fmla="val 6000"/>
            </a:avLst>
          </a:prstGeom>
          <a:solidFill>
            <a:srgbClr val="003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l">
              <a:spcAft>
                <a:spcPts val="300"/>
              </a:spcAft>
            </a:pPr>
            <a:r>
              <a:rPr sz="1400" b="1" i="0">
                <a:solidFill>
                  <a:srgbClr val="E7FF00"/>
                </a:solidFill>
                <a:latin typeface="Arial"/>
              </a:rPr>
              <a:t>No agreement?</a:t>
            </a:r>
          </a:p>
          <a:p>
            <a:pPr algn="l">
              <a:spcAft>
                <a:spcPts val="300"/>
              </a:spcAft>
            </a:pPr>
            <a:r>
              <a:rPr sz="1400" b="0" i="0">
                <a:solidFill>
                  <a:srgbClr val="FFFFFF"/>
                </a:solidFill>
                <a:latin typeface="Arial"/>
              </a:rPr>
              <a:t>The Demand Specifier seeks advice from Quality and / or the relevant SME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Step 4: selecting requirements and who verifies</a:t>
            </a:r>
          </a:p>
        </p:txBody>
      </p:sp>
      <p:sp>
        <p:nvSpPr>
          <p:cNvPr id="3" name="Rounded Rectangle 2"/>
          <p:cNvSpPr/>
          <p:nvPr/>
        </p:nvSpPr>
        <p:spPr>
          <a:xfrm>
            <a:off x="438912" y="1188720"/>
            <a:ext cx="2697480" cy="329184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lstStyle/>
          <a:p>
            <a:pPr algn="l">
              <a:spcAft>
                <a:spcPts val="700"/>
              </a:spcAft>
            </a:pPr>
            <a:r>
              <a:rPr sz="1700" b="1" i="0">
                <a:solidFill>
                  <a:srgbClr val="00303C"/>
                </a:solidFill>
                <a:latin typeface="Arial"/>
              </a:rPr>
              <a:t>Before manufacture</a:t>
            </a:r>
          </a:p>
          <a:p>
            <a:pPr algn="l">
              <a:spcAft>
                <a:spcPts val="700"/>
              </a:spcAft>
            </a:pPr>
            <a:r>
              <a:rPr sz="1400" b="0" i="0">
                <a:solidFill>
                  <a:srgbClr val="00303C"/>
                </a:solidFill>
                <a:latin typeface="Arial"/>
              </a:rPr>
              <a:t>UKCA marking</a:t>
            </a:r>
          </a:p>
          <a:p>
            <a:pPr algn="l">
              <a:spcAft>
                <a:spcPts val="700"/>
              </a:spcAft>
            </a:pPr>
            <a:r>
              <a:rPr sz="1400" b="0" i="0">
                <a:solidFill>
                  <a:srgbClr val="00303C"/>
                </a:solidFill>
                <a:latin typeface="Arial"/>
              </a:rPr>
              <a:t>Start-up meeting</a:t>
            </a:r>
          </a:p>
          <a:p>
            <a:pPr algn="l">
              <a:spcAft>
                <a:spcPts val="700"/>
              </a:spcAft>
            </a:pPr>
            <a:r>
              <a:rPr sz="1400" b="0" i="0">
                <a:solidFill>
                  <a:srgbClr val="00303C"/>
                </a:solidFill>
                <a:latin typeface="Arial"/>
              </a:rPr>
              <a:t>Verification of contractor design</a:t>
            </a:r>
          </a:p>
          <a:p>
            <a:pPr algn="l">
              <a:spcAft>
                <a:spcPts val="700"/>
              </a:spcAft>
            </a:pPr>
            <a:r>
              <a:rPr sz="1400" b="0" i="0">
                <a:solidFill>
                  <a:srgbClr val="00303C"/>
                </a:solidFill>
                <a:latin typeface="Arial"/>
              </a:rPr>
              <a:t>Approval of Quality Plan / ITP</a:t>
            </a:r>
          </a:p>
        </p:txBody>
      </p:sp>
      <p:sp>
        <p:nvSpPr>
          <p:cNvPr id="4" name="Rounded Rectangle 3"/>
          <p:cNvSpPr/>
          <p:nvPr/>
        </p:nvSpPr>
        <p:spPr>
          <a:xfrm>
            <a:off x="3300984" y="1188720"/>
            <a:ext cx="2697480" cy="329184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lstStyle/>
          <a:p>
            <a:pPr algn="l">
              <a:spcAft>
                <a:spcPts val="700"/>
              </a:spcAft>
            </a:pPr>
            <a:r>
              <a:rPr sz="1700" b="1" i="0">
                <a:solidFill>
                  <a:srgbClr val="00303C"/>
                </a:solidFill>
                <a:latin typeface="Arial"/>
              </a:rPr>
              <a:t>People and procedures</a:t>
            </a:r>
          </a:p>
          <a:p>
            <a:pPr algn="l">
              <a:spcAft>
                <a:spcPts val="700"/>
              </a:spcAft>
            </a:pPr>
            <a:r>
              <a:rPr sz="1400" b="0" i="0">
                <a:solidFill>
                  <a:srgbClr val="00303C"/>
                </a:solidFill>
                <a:latin typeface="Arial"/>
              </a:rPr>
              <a:t>Nuclear Safety Tool Box</a:t>
            </a:r>
          </a:p>
          <a:p>
            <a:pPr algn="l">
              <a:spcAft>
                <a:spcPts val="700"/>
              </a:spcAft>
            </a:pPr>
            <a:r>
              <a:rPr sz="1400" b="0" i="0">
                <a:solidFill>
                  <a:srgbClr val="00303C"/>
                </a:solidFill>
                <a:latin typeface="Arial"/>
              </a:rPr>
              <a:t>Competent person qualifications</a:t>
            </a:r>
          </a:p>
          <a:p>
            <a:pPr algn="l">
              <a:spcAft>
                <a:spcPts val="700"/>
              </a:spcAft>
            </a:pPr>
            <a:r>
              <a:rPr sz="1400" b="0" i="0">
                <a:solidFill>
                  <a:srgbClr val="00303C"/>
                </a:solidFill>
                <a:latin typeface="Arial"/>
              </a:rPr>
              <a:t>Weld, paint, NDT or test procedures</a:t>
            </a:r>
          </a:p>
        </p:txBody>
      </p:sp>
      <p:sp>
        <p:nvSpPr>
          <p:cNvPr id="5" name="Rounded Rectangle 4"/>
          <p:cNvSpPr/>
          <p:nvPr/>
        </p:nvSpPr>
        <p:spPr>
          <a:xfrm>
            <a:off x="6163056" y="1188720"/>
            <a:ext cx="2697480" cy="329184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lstStyle/>
          <a:p>
            <a:pPr algn="l">
              <a:spcAft>
                <a:spcPts val="700"/>
              </a:spcAft>
            </a:pPr>
            <a:r>
              <a:rPr sz="1700" b="1" i="0">
                <a:solidFill>
                  <a:srgbClr val="00303C"/>
                </a:solidFill>
                <a:latin typeface="Arial"/>
              </a:rPr>
              <a:t>During manufacture</a:t>
            </a:r>
          </a:p>
          <a:p>
            <a:pPr algn="l">
              <a:spcAft>
                <a:spcPts val="700"/>
              </a:spcAft>
            </a:pPr>
            <a:r>
              <a:rPr sz="1400" b="0" i="0">
                <a:solidFill>
                  <a:srgbClr val="00303C"/>
                </a:solidFill>
                <a:latin typeface="Arial"/>
              </a:rPr>
              <a:t>Material control</a:t>
            </a:r>
          </a:p>
          <a:p>
            <a:pPr algn="l">
              <a:spcAft>
                <a:spcPts val="700"/>
              </a:spcAft>
            </a:pPr>
            <a:r>
              <a:rPr sz="1400" b="0" i="0">
                <a:solidFill>
                  <a:srgbClr val="00303C"/>
                </a:solidFill>
                <a:latin typeface="Arial"/>
              </a:rPr>
              <a:t>Interim inspection</a:t>
            </a:r>
          </a:p>
          <a:p>
            <a:pPr algn="l">
              <a:spcAft>
                <a:spcPts val="700"/>
              </a:spcAft>
            </a:pPr>
            <a:r>
              <a:rPr sz="1400" b="0" i="0">
                <a:solidFill>
                  <a:srgbClr val="00303C"/>
                </a:solidFill>
                <a:latin typeface="Arial"/>
              </a:rPr>
              <a:t>Specialist testing (PT, LT, CT, LK, CFSI)</a:t>
            </a:r>
          </a:p>
          <a:p>
            <a:pPr algn="l">
              <a:spcAft>
                <a:spcPts val="700"/>
              </a:spcAft>
            </a:pPr>
            <a:r>
              <a:rPr sz="1400" b="0" i="0">
                <a:solidFill>
                  <a:srgbClr val="00303C"/>
                </a:solidFill>
                <a:latin typeface="Arial"/>
              </a:rPr>
              <a:t>Acceptance test (FAT, SAT, CAT)</a:t>
            </a:r>
          </a:p>
        </p:txBody>
      </p:sp>
      <p:sp>
        <p:nvSpPr>
          <p:cNvPr id="6" name="Rounded Rectangle 5"/>
          <p:cNvSpPr/>
          <p:nvPr/>
        </p:nvSpPr>
        <p:spPr>
          <a:xfrm>
            <a:off x="9025128" y="1188720"/>
            <a:ext cx="2697480" cy="329184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lstStyle/>
          <a:p>
            <a:pPr algn="l">
              <a:spcAft>
                <a:spcPts val="700"/>
              </a:spcAft>
            </a:pPr>
            <a:r>
              <a:rPr sz="1700" b="1" i="0">
                <a:solidFill>
                  <a:srgbClr val="00303C"/>
                </a:solidFill>
                <a:latin typeface="Arial"/>
              </a:rPr>
              <a:t>Release and records</a:t>
            </a:r>
          </a:p>
          <a:p>
            <a:pPr algn="l">
              <a:spcAft>
                <a:spcPts val="700"/>
              </a:spcAft>
            </a:pPr>
            <a:r>
              <a:rPr sz="1400" b="0" i="0">
                <a:solidFill>
                  <a:srgbClr val="00303C"/>
                </a:solidFill>
                <a:latin typeface="Arial"/>
              </a:rPr>
              <a:t>Documentation (CofC, DofC, O&amp;M, CC)</a:t>
            </a:r>
          </a:p>
          <a:p>
            <a:pPr algn="l">
              <a:spcAft>
                <a:spcPts val="700"/>
              </a:spcAft>
            </a:pPr>
            <a:r>
              <a:rPr sz="1400" b="0" i="0">
                <a:solidFill>
                  <a:srgbClr val="00303C"/>
                </a:solidFill>
                <a:latin typeface="Arial"/>
              </a:rPr>
              <a:t>Final inspection</a:t>
            </a:r>
          </a:p>
          <a:p>
            <a:pPr algn="l">
              <a:spcAft>
                <a:spcPts val="700"/>
              </a:spcAft>
            </a:pPr>
            <a:r>
              <a:rPr sz="1400" b="0" i="0">
                <a:solidFill>
                  <a:srgbClr val="00303C"/>
                </a:solidFill>
                <a:latin typeface="Arial"/>
              </a:rPr>
              <a:t>LTR review</a:t>
            </a:r>
          </a:p>
          <a:p>
            <a:pPr algn="l">
              <a:spcAft>
                <a:spcPts val="700"/>
              </a:spcAft>
            </a:pPr>
            <a:r>
              <a:rPr sz="1400" b="0" i="0">
                <a:solidFill>
                  <a:srgbClr val="00303C"/>
                </a:solidFill>
                <a:latin typeface="Arial"/>
              </a:rPr>
              <a:t>Release certificate (5059 / 5199)</a:t>
            </a:r>
          </a:p>
          <a:p>
            <a:pPr algn="l">
              <a:spcAft>
                <a:spcPts val="700"/>
              </a:spcAft>
            </a:pPr>
            <a:r>
              <a:rPr sz="1400" b="0" i="0">
                <a:solidFill>
                  <a:srgbClr val="00303C"/>
                </a:solidFill>
                <a:latin typeface="Arial"/>
              </a:rPr>
              <a:t>Packing and preservation</a:t>
            </a:r>
          </a:p>
        </p:txBody>
      </p:sp>
      <p:sp>
        <p:nvSpPr>
          <p:cNvPr id="7" name="TextBox 6"/>
          <p:cNvSpPr txBox="1"/>
          <p:nvPr/>
        </p:nvSpPr>
        <p:spPr>
          <a:xfrm>
            <a:off x="438912" y="4663440"/>
            <a:ext cx="5486400" cy="320040"/>
          </a:xfrm>
          <a:prstGeom prst="rect">
            <a:avLst/>
          </a:prstGeom>
          <a:noFill/>
        </p:spPr>
        <p:txBody>
          <a:bodyPr wrap="square" anchor="t" lIns="0" rIns="0" tIns="0" bIns="0">
            <a:spAutoFit/>
          </a:bodyPr>
          <a:lstStyle/>
          <a:p>
            <a:pPr algn="l">
              <a:spcAft>
                <a:spcPts val="600"/>
              </a:spcAft>
            </a:pPr>
            <a:r>
              <a:rPr sz="1400" b="1" i="0">
                <a:solidFill>
                  <a:srgbClr val="00303C"/>
                </a:solidFill>
                <a:latin typeface="Arial"/>
              </a:rPr>
              <a:t>Verification codes: state who verifies each requirement</a:t>
            </a:r>
          </a:p>
        </p:txBody>
      </p:sp>
      <p:sp>
        <p:nvSpPr>
          <p:cNvPr id="8" name="Rounded Rectangle 7"/>
          <p:cNvSpPr/>
          <p:nvPr/>
        </p:nvSpPr>
        <p:spPr>
          <a:xfrm>
            <a:off x="438912" y="5074920"/>
            <a:ext cx="2167128" cy="822960"/>
          </a:xfrm>
          <a:prstGeom prst="roundRect">
            <a:avLst>
              <a:gd name="adj" fmla="val 6000"/>
            </a:avLst>
          </a:prstGeom>
          <a:solidFill>
            <a:srgbClr val="003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spcAft>
                <a:spcPts val="200"/>
              </a:spcAft>
            </a:pPr>
            <a:r>
              <a:rPr sz="1300" b="1" i="0">
                <a:solidFill>
                  <a:srgbClr val="E7FF00"/>
                </a:solidFill>
                <a:latin typeface="Arial"/>
              </a:rPr>
              <a:t>Yes (SL)</a:t>
            </a:r>
          </a:p>
          <a:p>
            <a:pPr algn="ctr">
              <a:spcAft>
                <a:spcPts val="200"/>
              </a:spcAft>
            </a:pPr>
            <a:r>
              <a:rPr sz="1300" b="0" i="0">
                <a:solidFill>
                  <a:srgbClr val="FFFFFF"/>
                </a:solidFill>
                <a:latin typeface="Arial"/>
              </a:rPr>
              <a:t>Sellafield Ltd</a:t>
            </a:r>
          </a:p>
        </p:txBody>
      </p:sp>
      <p:sp>
        <p:nvSpPr>
          <p:cNvPr id="9" name="Rounded Rectangle 8"/>
          <p:cNvSpPr/>
          <p:nvPr/>
        </p:nvSpPr>
        <p:spPr>
          <a:xfrm>
            <a:off x="2724912" y="5074920"/>
            <a:ext cx="2167128" cy="822960"/>
          </a:xfrm>
          <a:prstGeom prst="roundRect">
            <a:avLst>
              <a:gd name="adj" fmla="val 6000"/>
            </a:avLst>
          </a:prstGeom>
          <a:solidFill>
            <a:srgbClr val="003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spcAft>
                <a:spcPts val="200"/>
              </a:spcAft>
            </a:pPr>
            <a:r>
              <a:rPr sz="1300" b="1" i="0">
                <a:solidFill>
                  <a:srgbClr val="E7FF00"/>
                </a:solidFill>
                <a:latin typeface="Arial"/>
              </a:rPr>
              <a:t>Yes (SL/MC)</a:t>
            </a:r>
          </a:p>
          <a:p>
            <a:pPr algn="ctr">
              <a:spcAft>
                <a:spcPts val="200"/>
              </a:spcAft>
            </a:pPr>
            <a:r>
              <a:rPr sz="1300" b="0" i="0">
                <a:solidFill>
                  <a:srgbClr val="FFFFFF"/>
                </a:solidFill>
                <a:latin typeface="Arial"/>
              </a:rPr>
              <a:t>SL and Main Contractor</a:t>
            </a:r>
          </a:p>
        </p:txBody>
      </p:sp>
      <p:sp>
        <p:nvSpPr>
          <p:cNvPr id="10" name="Rounded Rectangle 9"/>
          <p:cNvSpPr/>
          <p:nvPr/>
        </p:nvSpPr>
        <p:spPr>
          <a:xfrm>
            <a:off x="5010912" y="5074920"/>
            <a:ext cx="2167128" cy="822960"/>
          </a:xfrm>
          <a:prstGeom prst="roundRect">
            <a:avLst>
              <a:gd name="adj" fmla="val 6000"/>
            </a:avLst>
          </a:prstGeom>
          <a:solidFill>
            <a:srgbClr val="003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spcAft>
                <a:spcPts val="200"/>
              </a:spcAft>
            </a:pPr>
            <a:r>
              <a:rPr sz="1300" b="1" i="0">
                <a:solidFill>
                  <a:srgbClr val="E7FF00"/>
                </a:solidFill>
                <a:latin typeface="Arial"/>
              </a:rPr>
              <a:t>Yes (MC)</a:t>
            </a:r>
          </a:p>
          <a:p>
            <a:pPr algn="ctr">
              <a:spcAft>
                <a:spcPts val="200"/>
              </a:spcAft>
            </a:pPr>
            <a:r>
              <a:rPr sz="1300" b="0" i="0">
                <a:solidFill>
                  <a:srgbClr val="FFFFFF"/>
                </a:solidFill>
                <a:latin typeface="Arial"/>
              </a:rPr>
              <a:t>Main Contractor</a:t>
            </a:r>
          </a:p>
        </p:txBody>
      </p:sp>
      <p:sp>
        <p:nvSpPr>
          <p:cNvPr id="11" name="Rounded Rectangle 10"/>
          <p:cNvSpPr/>
          <p:nvPr/>
        </p:nvSpPr>
        <p:spPr>
          <a:xfrm>
            <a:off x="7296912" y="5074920"/>
            <a:ext cx="2167128" cy="822960"/>
          </a:xfrm>
          <a:prstGeom prst="roundRect">
            <a:avLst>
              <a:gd name="adj" fmla="val 6000"/>
            </a:avLst>
          </a:prstGeom>
          <a:solidFill>
            <a:srgbClr val="003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spcAft>
                <a:spcPts val="200"/>
              </a:spcAft>
            </a:pPr>
            <a:r>
              <a:rPr sz="1300" b="1" i="0">
                <a:solidFill>
                  <a:srgbClr val="E7FF00"/>
                </a:solidFill>
                <a:latin typeface="Arial"/>
              </a:rPr>
              <a:t>Yes (Other)</a:t>
            </a:r>
          </a:p>
          <a:p>
            <a:pPr algn="ctr">
              <a:spcAft>
                <a:spcPts val="200"/>
              </a:spcAft>
            </a:pPr>
            <a:r>
              <a:rPr sz="1300" b="0" i="0">
                <a:solidFill>
                  <a:srgbClr val="FFFFFF"/>
                </a:solidFill>
                <a:latin typeface="Arial"/>
              </a:rPr>
              <a:t>As specified</a:t>
            </a:r>
          </a:p>
        </p:txBody>
      </p:sp>
      <p:sp>
        <p:nvSpPr>
          <p:cNvPr id="12" name="Rounded Rectangle 11"/>
          <p:cNvSpPr/>
          <p:nvPr/>
        </p:nvSpPr>
        <p:spPr>
          <a:xfrm>
            <a:off x="9582912" y="5074920"/>
            <a:ext cx="2167128" cy="822960"/>
          </a:xfrm>
          <a:prstGeom prst="roundRect">
            <a:avLst>
              <a:gd name="adj" fmla="val 6000"/>
            </a:avLst>
          </a:prstGeom>
          <a:solidFill>
            <a:srgbClr val="003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spcAft>
                <a:spcPts val="200"/>
              </a:spcAft>
            </a:pPr>
            <a:r>
              <a:rPr sz="1300" b="1" i="0">
                <a:solidFill>
                  <a:srgbClr val="E7FF00"/>
                </a:solidFill>
                <a:latin typeface="Arial"/>
              </a:rPr>
              <a:t>N/A</a:t>
            </a:r>
          </a:p>
          <a:p>
            <a:pPr algn="ctr">
              <a:spcAft>
                <a:spcPts val="200"/>
              </a:spcAft>
            </a:pPr>
            <a:r>
              <a:rPr sz="1300" b="0" i="0">
                <a:solidFill>
                  <a:srgbClr val="FFFFFF"/>
                </a:solidFill>
                <a:latin typeface="Arial"/>
              </a:rPr>
              <a:t>Not applicable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Questions to ask</a:t>
            </a:r>
          </a:p>
        </p:txBody>
      </p:sp>
      <p:sp>
        <p:nvSpPr>
          <p:cNvPr id="3" name="Text Placeholder 2"/>
          <p:cNvSpPr>
            <a:spLocks noGrp="1"/>
          </p:cNvSpPr>
          <p:nvPr>
            <p:ph type="body" idx="14" sz="quarter"/>
          </p:nvPr>
        </p:nvSpPr>
        <p:spPr/>
        <p:txBody>
          <a:bodyPr/>
          <a:lstStyle/>
          <a:p>
            <a:r>
              <a:t>From Appendix 1</a:t>
            </a:r>
          </a:p>
        </p:txBody>
      </p:sp>
      <p:sp>
        <p:nvSpPr>
          <p:cNvPr id="4" name="Text Placeholder 3"/>
          <p:cNvSpPr>
            <a:spLocks noGrp="1"/>
          </p:cNvSpPr>
          <p:nvPr>
            <p:ph type="body" idx="15" sz="quarter"/>
          </p:nvPr>
        </p:nvSpPr>
        <p:spPr/>
        <p:txBody>
          <a:bodyPr/>
          <a:lstStyle/>
          <a:p>
            <a:r>
              <a:t>Use open questions to test the Demander’s thinking.</a:t>
            </a:r>
          </a:p>
          <a:p>
            <a:r>
              <a:t>Let them answer and record it; don’t answer for them.</a:t>
            </a:r>
          </a:p>
        </p:txBody>
      </p:sp>
      <p:sp>
        <p:nvSpPr>
          <p:cNvPr id="5" name="Rounded Rectangle 4"/>
          <p:cNvSpPr/>
          <p:nvPr/>
        </p:nvSpPr>
        <p:spPr>
          <a:xfrm>
            <a:off x="4114800" y="502920"/>
            <a:ext cx="3886200" cy="539496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74320" bIns="274320"/>
          <a:lstStyle/>
          <a:p>
            <a:pPr algn="l" marL="201168" indent="-201168">
              <a:spcAft>
                <a:spcPts val="1400"/>
              </a:spcAft>
              <a:buFont typeface="Arial"/>
              <a:buChar char="•"/>
            </a:pPr>
            <a:r>
              <a:rPr sz="1500" b="0" i="0">
                <a:solidFill>
                  <a:srgbClr val="00303C"/>
                </a:solidFill>
                <a:latin typeface="Arial"/>
              </a:rPr>
              <a:t>Is it clear what oversight and LTRs the COTS product already includes?</a:t>
            </a:r>
          </a:p>
          <a:p>
            <a:pPr algn="l" marL="201168" indent="-201168">
              <a:spcAft>
                <a:spcPts val="1400"/>
              </a:spcAft>
              <a:buFont typeface="Arial"/>
              <a:buChar char="•"/>
            </a:pPr>
            <a:r>
              <a:rPr sz="1500" b="0" i="0">
                <a:solidFill>
                  <a:srgbClr val="00303C"/>
                </a:solidFill>
                <a:latin typeface="Arial"/>
              </a:rPr>
              <a:t>Is it clear how these activities support the safety and security case?</a:t>
            </a:r>
          </a:p>
          <a:p>
            <a:pPr algn="l" marL="201168" indent="-201168">
              <a:spcAft>
                <a:spcPts val="1400"/>
              </a:spcAft>
              <a:buFont typeface="Arial"/>
              <a:buChar char="•"/>
            </a:pPr>
            <a:r>
              <a:rPr sz="1500" b="0" i="0">
                <a:solidFill>
                  <a:srgbClr val="00303C"/>
                </a:solidFill>
                <a:latin typeface="Arial"/>
              </a:rPr>
              <a:t>Is the item complex, unique or novel?</a:t>
            </a:r>
          </a:p>
          <a:p>
            <a:pPr algn="l" marL="201168" indent="-201168">
              <a:spcAft>
                <a:spcPts val="1400"/>
              </a:spcAft>
              <a:buFont typeface="Arial"/>
              <a:buChar char="•"/>
            </a:pPr>
            <a:r>
              <a:rPr sz="1500" b="0" i="0">
                <a:solidFill>
                  <a:srgbClr val="00303C"/>
                </a:solidFill>
                <a:latin typeface="Arial"/>
              </a:rPr>
              <a:t>Has the product or supplier had a poor-quality history?</a:t>
            </a:r>
          </a:p>
          <a:p>
            <a:pPr algn="l" marL="201168" indent="-201168">
              <a:spcAft>
                <a:spcPts val="1400"/>
              </a:spcAft>
              <a:buFont typeface="Arial"/>
              <a:buChar char="•"/>
            </a:pPr>
            <a:r>
              <a:rPr sz="1500" b="0" i="0">
                <a:solidFill>
                  <a:srgbClr val="00303C"/>
                </a:solidFill>
                <a:latin typeface="Arial"/>
              </a:rPr>
              <a:t>Is the item accessible during normal operations?</a:t>
            </a:r>
          </a:p>
        </p:txBody>
      </p:sp>
      <p:sp>
        <p:nvSpPr>
          <p:cNvPr id="6" name="Rounded Rectangle 5"/>
          <p:cNvSpPr/>
          <p:nvPr/>
        </p:nvSpPr>
        <p:spPr>
          <a:xfrm>
            <a:off x="8165592" y="502920"/>
            <a:ext cx="3886200" cy="5394960"/>
          </a:xfrm>
          <a:prstGeom prst="roundRect">
            <a:avLst>
              <a:gd name="adj" fmla="val 6000"/>
            </a:avLst>
          </a:prstGeom>
          <a:solidFill>
            <a:srgbClr val="ECFFC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74320" bIns="274320"/>
          <a:lstStyle/>
          <a:p>
            <a:pPr algn="l" marL="201168" indent="-201168">
              <a:spcAft>
                <a:spcPts val="1400"/>
              </a:spcAft>
              <a:buFont typeface="Arial"/>
              <a:buChar char="•"/>
            </a:pPr>
            <a:r>
              <a:rPr sz="1500" b="0" i="0">
                <a:solidFill>
                  <a:srgbClr val="00303C"/>
                </a:solidFill>
                <a:latin typeface="Arial"/>
              </a:rPr>
              <a:t>Can functionality be proven after installation?</a:t>
            </a:r>
          </a:p>
          <a:p>
            <a:pPr algn="l" marL="201168" indent="-201168">
              <a:spcAft>
                <a:spcPts val="1400"/>
              </a:spcAft>
              <a:buFont typeface="Arial"/>
              <a:buChar char="•"/>
            </a:pPr>
            <a:r>
              <a:rPr sz="1500" b="0" i="0">
                <a:solidFill>
                  <a:srgbClr val="00303C"/>
                </a:solidFill>
                <a:latin typeface="Arial"/>
              </a:rPr>
              <a:t>Is material traceability needed to achieve the performance condition?</a:t>
            </a:r>
          </a:p>
          <a:p>
            <a:pPr algn="l" marL="201168" indent="-201168">
              <a:spcAft>
                <a:spcPts val="1400"/>
              </a:spcAft>
              <a:buFont typeface="Arial"/>
              <a:buChar char="•"/>
            </a:pPr>
            <a:r>
              <a:rPr sz="1500" b="0" i="0">
                <a:solidFill>
                  <a:srgbClr val="00303C"/>
                </a:solidFill>
                <a:latin typeface="Arial"/>
              </a:rPr>
              <a:t>Is in-process observation needed that final inspection can’t replace?</a:t>
            </a:r>
          </a:p>
          <a:p>
            <a:pPr algn="l" marL="201168" indent="-201168">
              <a:spcAft>
                <a:spcPts val="1400"/>
              </a:spcAft>
              <a:buFont typeface="Arial"/>
              <a:buChar char="•"/>
            </a:pPr>
            <a:r>
              <a:rPr sz="1500" b="0" i="0">
                <a:solidFill>
                  <a:srgbClr val="00303C"/>
                </a:solidFill>
                <a:latin typeface="Arial"/>
              </a:rPr>
              <a:t>What witnessing of functional testing is needed for confidence?</a:t>
            </a:r>
          </a:p>
          <a:p>
            <a:pPr algn="l" marL="201168" indent="-201168">
              <a:spcAft>
                <a:spcPts val="1400"/>
              </a:spcAft>
              <a:buFont typeface="Arial"/>
              <a:buChar char="•"/>
            </a:pPr>
            <a:r>
              <a:rPr sz="1500" b="0" i="0">
                <a:solidFill>
                  <a:srgbClr val="00303C"/>
                </a:solidFill>
                <a:latin typeface="Arial"/>
              </a:rPr>
              <a:t>Are the extra costs over the COTS standard understood and justified?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CFSI and grey market: what to probe</a:t>
            </a:r>
          </a:p>
        </p:txBody>
      </p:sp>
      <p:sp>
        <p:nvSpPr>
          <p:cNvPr id="3" name="Rounded Rectangle 2"/>
          <p:cNvSpPr/>
          <p:nvPr/>
        </p:nvSpPr>
        <p:spPr>
          <a:xfrm>
            <a:off x="438912" y="1188720"/>
            <a:ext cx="5568696" cy="470916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20040" rIns="320040" tIns="320040" bIns="320040"/>
          <a:lstStyle/>
          <a:p>
            <a:pPr algn="l">
              <a:spcAft>
                <a:spcPts val="1600"/>
              </a:spcAft>
            </a:pPr>
            <a:r>
              <a:rPr sz="2200" b="1" i="0">
                <a:solidFill>
                  <a:srgbClr val="00303C"/>
                </a:solidFill>
                <a:latin typeface="Arial"/>
              </a:rPr>
              <a:t>Warning signs</a:t>
            </a:r>
          </a:p>
          <a:p>
            <a:pPr algn="l">
              <a:spcAft>
                <a:spcPts val="1600"/>
              </a:spcAft>
            </a:pPr>
            <a:r>
              <a:rPr sz="1700" b="0" i="0">
                <a:solidFill>
                  <a:srgbClr val="00303C"/>
                </a:solidFill>
                <a:latin typeface="Arial"/>
              </a:rPr>
              <a:t>Price lower than expected</a:t>
            </a:r>
          </a:p>
          <a:p>
            <a:pPr algn="l">
              <a:spcAft>
                <a:spcPts val="1600"/>
              </a:spcAft>
            </a:pPr>
            <a:r>
              <a:rPr sz="1700" b="0" i="0">
                <a:solidFill>
                  <a:srgbClr val="00303C"/>
                </a:solidFill>
                <a:latin typeface="Arial"/>
              </a:rPr>
              <a:t>Obsolete or hard-to-source items with short lead times</a:t>
            </a:r>
          </a:p>
          <a:p>
            <a:pPr algn="l">
              <a:spcAft>
                <a:spcPts val="1600"/>
              </a:spcAft>
            </a:pPr>
            <a:r>
              <a:rPr sz="1700" b="0" i="0">
                <a:solidFill>
                  <a:srgbClr val="00303C"/>
                </a:solidFill>
                <a:latin typeface="Arial"/>
              </a:rPr>
              <a:t>Chain of custody: is the item traceable to the OEM via authorised stockists?</a:t>
            </a:r>
          </a:p>
          <a:p>
            <a:pPr algn="l">
              <a:spcAft>
                <a:spcPts val="1600"/>
              </a:spcAft>
            </a:pPr>
            <a:r>
              <a:rPr sz="1700" b="0" i="0">
                <a:solidFill>
                  <a:srgbClr val="00303C"/>
                </a:solidFill>
                <a:latin typeface="Arial"/>
              </a:rPr>
              <a:t>Supplier is not the OEM, or is an independent distributor of unknown reputation</a:t>
            </a:r>
          </a:p>
        </p:txBody>
      </p:sp>
      <p:sp>
        <p:nvSpPr>
          <p:cNvPr id="4" name="Rounded Rectangle 3"/>
          <p:cNvSpPr/>
          <p:nvPr/>
        </p:nvSpPr>
        <p:spPr>
          <a:xfrm>
            <a:off x="6181344" y="1188720"/>
            <a:ext cx="5568696" cy="4709160"/>
          </a:xfrm>
          <a:prstGeom prst="roundRect">
            <a:avLst>
              <a:gd name="adj" fmla="val 6000"/>
            </a:avLst>
          </a:prstGeom>
          <a:solidFill>
            <a:srgbClr val="00303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20040" rIns="320040" tIns="320040" bIns="320040"/>
          <a:lstStyle/>
          <a:p>
            <a:pPr algn="l">
              <a:spcAft>
                <a:spcPts val="1600"/>
              </a:spcAft>
            </a:pPr>
            <a:r>
              <a:rPr sz="2200" b="1" i="0">
                <a:solidFill>
                  <a:srgbClr val="E7FF00"/>
                </a:solidFill>
                <a:latin typeface="Arial"/>
              </a:rPr>
              <a:t>What to do</a:t>
            </a:r>
          </a:p>
          <a:p>
            <a:pPr algn="l">
              <a:spcAft>
                <a:spcPts val="1600"/>
              </a:spcAft>
            </a:pPr>
            <a:r>
              <a:rPr sz="1700" b="1" i="0">
                <a:solidFill>
                  <a:srgbClr val="E7FF00"/>
                </a:solidFill>
                <a:latin typeface="Arial"/>
              </a:rPr>
              <a:t>Record extra checks</a:t>
            </a:r>
            <a:r>
              <a:rPr sz="1700" b="0" i="0">
                <a:solidFill>
                  <a:srgbClr val="FFFFFF"/>
                </a:solidFill>
                <a:latin typeface="Arial"/>
              </a:rPr>
              <a:t> in the Specialist Testing column, with detail in the notes: functional testing, soak testing, enhanced visual and documentation checks</a:t>
            </a:r>
          </a:p>
          <a:p>
            <a:pPr algn="l">
              <a:spcAft>
                <a:spcPts val="1600"/>
              </a:spcAft>
            </a:pPr>
            <a:r>
              <a:rPr sz="1700" b="1" i="0">
                <a:solidFill>
                  <a:srgbClr val="E7FF00"/>
                </a:solidFill>
                <a:latin typeface="Arial"/>
              </a:rPr>
              <a:t>Reassess</a:t>
            </a:r>
            <a:r>
              <a:rPr sz="1700" b="0" i="0">
                <a:solidFill>
                  <a:srgbClr val="FFFFFF"/>
                </a:solidFill>
                <a:latin typeface="Arial"/>
              </a:rPr>
              <a:t> if an item once bought new is no longer available from an authorised source: repeat step 1.3 and update the material master</a:t>
            </a:r>
          </a:p>
          <a:p>
            <a:pPr algn="l">
              <a:spcAft>
                <a:spcPts val="1600"/>
              </a:spcAft>
            </a:pPr>
            <a:r>
              <a:rPr sz="1700" b="1" i="0">
                <a:solidFill>
                  <a:srgbClr val="E7FF00"/>
                </a:solidFill>
                <a:latin typeface="Arial"/>
              </a:rPr>
              <a:t>Prefer direct purchase from OEMs; </a:t>
            </a:r>
            <a:r>
              <a:rPr sz="1700" b="0" i="0">
                <a:solidFill>
                  <a:srgbClr val="FFFFFF"/>
                </a:solidFill>
                <a:latin typeface="Arial"/>
              </a:rPr>
              <a:t>see SEMS 3.3.5.3 for the CFSI process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Common pitfalls and good practice</a:t>
            </a:r>
          </a:p>
        </p:txBody>
      </p:sp>
      <p:sp>
        <p:nvSpPr>
          <p:cNvPr id="3" name="TextBox 2"/>
          <p:cNvSpPr txBox="1"/>
          <p:nvPr/>
        </p:nvSpPr>
        <p:spPr>
          <a:xfrm>
            <a:off x="438912" y="1143000"/>
            <a:ext cx="5486400" cy="365760"/>
          </a:xfrm>
          <a:prstGeom prst="rect">
            <a:avLst/>
          </a:prstGeom>
          <a:noFill/>
        </p:spPr>
        <p:txBody>
          <a:bodyPr wrap="square" anchor="t" lIns="0" rIns="0" tIns="0" bIns="0">
            <a:spAutoFit/>
          </a:bodyPr>
          <a:lstStyle/>
          <a:p>
            <a:pPr algn="l">
              <a:spcAft>
                <a:spcPts val="600"/>
              </a:spcAft>
            </a:pPr>
            <a:r>
              <a:rPr sz="1800" b="1" i="0">
                <a:solidFill>
                  <a:srgbClr val="00303C"/>
                </a:solidFill>
                <a:latin typeface="Arial"/>
              </a:rPr>
              <a:t>Pitfall</a:t>
            </a:r>
          </a:p>
        </p:txBody>
      </p:sp>
      <p:sp>
        <p:nvSpPr>
          <p:cNvPr id="4" name="TextBox 3"/>
          <p:cNvSpPr txBox="1"/>
          <p:nvPr/>
        </p:nvSpPr>
        <p:spPr>
          <a:xfrm>
            <a:off x="6181344" y="1143000"/>
            <a:ext cx="5486400" cy="365760"/>
          </a:xfrm>
          <a:prstGeom prst="rect">
            <a:avLst/>
          </a:prstGeom>
          <a:noFill/>
        </p:spPr>
        <p:txBody>
          <a:bodyPr wrap="square" anchor="t" lIns="0" rIns="0" tIns="0" bIns="0">
            <a:spAutoFit/>
          </a:bodyPr>
          <a:lstStyle/>
          <a:p>
            <a:pPr algn="l">
              <a:spcAft>
                <a:spcPts val="600"/>
              </a:spcAft>
            </a:pPr>
            <a:r>
              <a:rPr sz="1800" b="1" i="0">
                <a:solidFill>
                  <a:srgbClr val="00303C"/>
                </a:solidFill>
                <a:latin typeface="Arial"/>
              </a:rPr>
              <a:t>Good practice</a:t>
            </a:r>
          </a:p>
        </p:txBody>
      </p:sp>
      <p:sp>
        <p:nvSpPr>
          <p:cNvPr id="5" name="Rounded Rectangle 4"/>
          <p:cNvSpPr/>
          <p:nvPr/>
        </p:nvSpPr>
        <p:spPr>
          <a:xfrm>
            <a:off x="438912" y="1645920"/>
            <a:ext cx="5349240" cy="603504"/>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l">
              <a:spcAft>
                <a:spcPts val="400"/>
              </a:spcAft>
            </a:pPr>
            <a:r>
              <a:rPr sz="1500" b="0" i="0">
                <a:solidFill>
                  <a:srgbClr val="00303C"/>
                </a:solidFill>
                <a:latin typeface="Arial"/>
              </a:rPr>
              <a:t>Quality writes the QRRA</a:t>
            </a:r>
          </a:p>
        </p:txBody>
      </p:sp>
      <p:sp>
        <p:nvSpPr>
          <p:cNvPr id="6" name="Right Arrow 5"/>
          <p:cNvSpPr/>
          <p:nvPr/>
        </p:nvSpPr>
        <p:spPr>
          <a:xfrm>
            <a:off x="5852160" y="1828800"/>
            <a:ext cx="274320" cy="237744"/>
          </a:xfrm>
          <a:prstGeom prst="rightArrow">
            <a:avLst/>
          </a:prstGeom>
          <a:solidFill>
            <a:srgbClr val="003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181344" y="1645920"/>
            <a:ext cx="5568696" cy="603504"/>
          </a:xfrm>
          <a:prstGeom prst="roundRect">
            <a:avLst>
              <a:gd name="adj" fmla="val 6000"/>
            </a:avLst>
          </a:prstGeom>
          <a:solidFill>
            <a:srgbClr val="ECF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l">
              <a:spcAft>
                <a:spcPts val="400"/>
              </a:spcAft>
            </a:pPr>
            <a:r>
              <a:rPr sz="1500" b="1" i="0">
                <a:solidFill>
                  <a:srgbClr val="00303C"/>
                </a:solidFill>
                <a:latin typeface="Arial"/>
              </a:rPr>
              <a:t>Demander leads; Quality facilitates and endorses</a:t>
            </a:r>
          </a:p>
        </p:txBody>
      </p:sp>
      <p:sp>
        <p:nvSpPr>
          <p:cNvPr id="8" name="Rounded Rectangle 7"/>
          <p:cNvSpPr/>
          <p:nvPr/>
        </p:nvSpPr>
        <p:spPr>
          <a:xfrm>
            <a:off x="438912" y="2359152"/>
            <a:ext cx="5349240" cy="603504"/>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l">
              <a:spcAft>
                <a:spcPts val="400"/>
              </a:spcAft>
            </a:pPr>
            <a:r>
              <a:rPr sz="1500" b="0" i="0">
                <a:solidFill>
                  <a:srgbClr val="00303C"/>
                </a:solidFill>
                <a:latin typeface="Arial"/>
              </a:rPr>
              <a:t>One grade for the whole system</a:t>
            </a:r>
          </a:p>
        </p:txBody>
      </p:sp>
      <p:sp>
        <p:nvSpPr>
          <p:cNvPr id="9" name="Right Arrow 8"/>
          <p:cNvSpPr/>
          <p:nvPr/>
        </p:nvSpPr>
        <p:spPr>
          <a:xfrm>
            <a:off x="5852160" y="2542032"/>
            <a:ext cx="274320" cy="237744"/>
          </a:xfrm>
          <a:prstGeom prst="rightArrow">
            <a:avLst/>
          </a:prstGeom>
          <a:solidFill>
            <a:srgbClr val="003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181344" y="2359152"/>
            <a:ext cx="5568696" cy="603504"/>
          </a:xfrm>
          <a:prstGeom prst="roundRect">
            <a:avLst>
              <a:gd name="adj" fmla="val 6000"/>
            </a:avLst>
          </a:prstGeom>
          <a:solidFill>
            <a:srgbClr val="ECF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l">
              <a:spcAft>
                <a:spcPts val="400"/>
              </a:spcAft>
            </a:pPr>
            <a:r>
              <a:rPr sz="1500" b="1" i="0">
                <a:solidFill>
                  <a:srgbClr val="00303C"/>
                </a:solidFill>
                <a:latin typeface="Arial"/>
              </a:rPr>
              <a:t>Grade at component level, including spares</a:t>
            </a:r>
          </a:p>
        </p:txBody>
      </p:sp>
      <p:sp>
        <p:nvSpPr>
          <p:cNvPr id="11" name="Rounded Rectangle 10"/>
          <p:cNvSpPr/>
          <p:nvPr/>
        </p:nvSpPr>
        <p:spPr>
          <a:xfrm>
            <a:off x="438912" y="3072384"/>
            <a:ext cx="5349240" cy="603504"/>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l">
              <a:spcAft>
                <a:spcPts val="400"/>
              </a:spcAft>
            </a:pPr>
            <a:r>
              <a:rPr sz="1500" b="0" i="0">
                <a:solidFill>
                  <a:srgbClr val="00303C"/>
                </a:solidFill>
                <a:latin typeface="Arial"/>
              </a:rPr>
              <a:t>Copying the last QRRA</a:t>
            </a:r>
          </a:p>
        </p:txBody>
      </p:sp>
      <p:sp>
        <p:nvSpPr>
          <p:cNvPr id="12" name="Right Arrow 11"/>
          <p:cNvSpPr/>
          <p:nvPr/>
        </p:nvSpPr>
        <p:spPr>
          <a:xfrm>
            <a:off x="5852160" y="3255264"/>
            <a:ext cx="274320" cy="237744"/>
          </a:xfrm>
          <a:prstGeom prst="rightArrow">
            <a:avLst/>
          </a:prstGeom>
          <a:solidFill>
            <a:srgbClr val="003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81344" y="3072384"/>
            <a:ext cx="5568696" cy="603504"/>
          </a:xfrm>
          <a:prstGeom prst="roundRect">
            <a:avLst>
              <a:gd name="adj" fmla="val 6000"/>
            </a:avLst>
          </a:prstGeom>
          <a:solidFill>
            <a:srgbClr val="ECF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l">
              <a:spcAft>
                <a:spcPts val="400"/>
              </a:spcAft>
            </a:pPr>
            <a:r>
              <a:rPr sz="1500" b="1" i="0">
                <a:solidFill>
                  <a:srgbClr val="00303C"/>
                </a:solidFill>
                <a:latin typeface="Arial"/>
              </a:rPr>
              <a:t>Review existing requirements every time</a:t>
            </a:r>
          </a:p>
        </p:txBody>
      </p:sp>
      <p:sp>
        <p:nvSpPr>
          <p:cNvPr id="14" name="Rounded Rectangle 13"/>
          <p:cNvSpPr/>
          <p:nvPr/>
        </p:nvSpPr>
        <p:spPr>
          <a:xfrm>
            <a:off x="438912" y="3785615"/>
            <a:ext cx="5349240" cy="603504"/>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l">
              <a:spcAft>
                <a:spcPts val="400"/>
              </a:spcAft>
            </a:pPr>
            <a:r>
              <a:rPr sz="1500" b="0" i="0">
                <a:solidFill>
                  <a:srgbClr val="00303C"/>
                </a:solidFill>
                <a:latin typeface="Arial"/>
              </a:rPr>
              <a:t>Blanket LTRs and inspections</a:t>
            </a:r>
          </a:p>
        </p:txBody>
      </p:sp>
      <p:sp>
        <p:nvSpPr>
          <p:cNvPr id="15" name="Right Arrow 14"/>
          <p:cNvSpPr/>
          <p:nvPr/>
        </p:nvSpPr>
        <p:spPr>
          <a:xfrm>
            <a:off x="5852160" y="3968496"/>
            <a:ext cx="274320" cy="237744"/>
          </a:xfrm>
          <a:prstGeom prst="rightArrow">
            <a:avLst/>
          </a:prstGeom>
          <a:solidFill>
            <a:srgbClr val="003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81344" y="3785615"/>
            <a:ext cx="5568696" cy="603504"/>
          </a:xfrm>
          <a:prstGeom prst="roundRect">
            <a:avLst>
              <a:gd name="adj" fmla="val 6000"/>
            </a:avLst>
          </a:prstGeom>
          <a:solidFill>
            <a:srgbClr val="ECF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l">
              <a:spcAft>
                <a:spcPts val="400"/>
              </a:spcAft>
            </a:pPr>
            <a:r>
              <a:rPr sz="1500" b="1" i="0">
                <a:solidFill>
                  <a:srgbClr val="00303C"/>
                </a:solidFill>
                <a:latin typeface="Arial"/>
              </a:rPr>
              <a:t>A clear reason for each activity and record</a:t>
            </a:r>
          </a:p>
        </p:txBody>
      </p:sp>
      <p:sp>
        <p:nvSpPr>
          <p:cNvPr id="17" name="Rounded Rectangle 16"/>
          <p:cNvSpPr/>
          <p:nvPr/>
        </p:nvSpPr>
        <p:spPr>
          <a:xfrm>
            <a:off x="438912" y="4498848"/>
            <a:ext cx="5349240" cy="603504"/>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l">
              <a:spcAft>
                <a:spcPts val="400"/>
              </a:spcAft>
            </a:pPr>
            <a:r>
              <a:rPr sz="1500" b="0" i="0">
                <a:solidFill>
                  <a:srgbClr val="00303C"/>
                </a:solidFill>
                <a:latin typeface="Arial"/>
              </a:rPr>
              <a:t>Supporting Comments left blank</a:t>
            </a:r>
          </a:p>
        </p:txBody>
      </p:sp>
      <p:sp>
        <p:nvSpPr>
          <p:cNvPr id="18" name="Right Arrow 17"/>
          <p:cNvSpPr/>
          <p:nvPr/>
        </p:nvSpPr>
        <p:spPr>
          <a:xfrm>
            <a:off x="5852160" y="4681728"/>
            <a:ext cx="274320" cy="237744"/>
          </a:xfrm>
          <a:prstGeom prst="rightArrow">
            <a:avLst/>
          </a:prstGeom>
          <a:solidFill>
            <a:srgbClr val="003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181344" y="4498848"/>
            <a:ext cx="5568696" cy="603504"/>
          </a:xfrm>
          <a:prstGeom prst="roundRect">
            <a:avLst>
              <a:gd name="adj" fmla="val 6000"/>
            </a:avLst>
          </a:prstGeom>
          <a:solidFill>
            <a:srgbClr val="ECF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l">
              <a:spcAft>
                <a:spcPts val="400"/>
              </a:spcAft>
            </a:pPr>
            <a:r>
              <a:rPr sz="1500" b="1" i="0">
                <a:solidFill>
                  <a:srgbClr val="00303C"/>
                </a:solidFill>
                <a:latin typeface="Arial"/>
              </a:rPr>
              <a:t>Justify choices and reference Appendix 1 factors</a:t>
            </a:r>
          </a:p>
        </p:txBody>
      </p:sp>
      <p:sp>
        <p:nvSpPr>
          <p:cNvPr id="20" name="Rounded Rectangle 19"/>
          <p:cNvSpPr/>
          <p:nvPr/>
        </p:nvSpPr>
        <p:spPr>
          <a:xfrm>
            <a:off x="438912" y="5212080"/>
            <a:ext cx="5349240" cy="603504"/>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l">
              <a:spcAft>
                <a:spcPts val="400"/>
              </a:spcAft>
            </a:pPr>
            <a:r>
              <a:rPr sz="1500" b="0" i="0">
                <a:solidFill>
                  <a:srgbClr val="00303C"/>
                </a:solidFill>
                <a:latin typeface="Arial"/>
              </a:rPr>
              <a:t>Late stakeholder involvement</a:t>
            </a:r>
          </a:p>
        </p:txBody>
      </p:sp>
      <p:sp>
        <p:nvSpPr>
          <p:cNvPr id="21" name="Right Arrow 20"/>
          <p:cNvSpPr/>
          <p:nvPr/>
        </p:nvSpPr>
        <p:spPr>
          <a:xfrm>
            <a:off x="5852160" y="5394960"/>
            <a:ext cx="274320" cy="237744"/>
          </a:xfrm>
          <a:prstGeom prst="rightArrow">
            <a:avLst/>
          </a:prstGeom>
          <a:solidFill>
            <a:srgbClr val="003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181344" y="5212080"/>
            <a:ext cx="5568696" cy="603504"/>
          </a:xfrm>
          <a:prstGeom prst="roundRect">
            <a:avLst>
              <a:gd name="adj" fmla="val 6000"/>
            </a:avLst>
          </a:prstGeom>
          <a:solidFill>
            <a:srgbClr val="ECF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l">
              <a:spcAft>
                <a:spcPts val="400"/>
              </a:spcAft>
            </a:pPr>
            <a:r>
              <a:rPr sz="1500" b="1" i="0">
                <a:solidFill>
                  <a:srgbClr val="00303C"/>
                </a:solidFill>
                <a:latin typeface="Arial"/>
              </a:rPr>
              <a:t>ICG, Construction, Commissioning in the room from the start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After the session: sign-off and what comes next</a:t>
            </a:r>
          </a:p>
        </p:txBody>
      </p:sp>
      <p:sp>
        <p:nvSpPr>
          <p:cNvPr id="3" name="Rounded Rectangle 2"/>
          <p:cNvSpPr/>
          <p:nvPr/>
        </p:nvSpPr>
        <p:spPr>
          <a:xfrm>
            <a:off x="438912" y="1188720"/>
            <a:ext cx="3931920" cy="4709160"/>
          </a:xfrm>
          <a:prstGeom prst="roundRect">
            <a:avLst>
              <a:gd name="adj" fmla="val 6000"/>
            </a:avLst>
          </a:prstGeom>
          <a:solidFill>
            <a:srgbClr val="00303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74320" bIns="274320"/>
          <a:lstStyle/>
          <a:p>
            <a:pPr algn="l">
              <a:spcAft>
                <a:spcPts val="1200"/>
              </a:spcAft>
            </a:pPr>
            <a:r>
              <a:rPr sz="2000" b="1" i="0">
                <a:solidFill>
                  <a:srgbClr val="E7FF00"/>
                </a:solidFill>
                <a:latin typeface="Arial"/>
              </a:rPr>
              <a:t>Confirmed by</a:t>
            </a:r>
          </a:p>
          <a:p>
            <a:pPr algn="l">
              <a:spcAft>
                <a:spcPts val="1200"/>
              </a:spcAft>
            </a:pPr>
            <a:r>
              <a:rPr sz="1200" b="0" i="0">
                <a:solidFill>
                  <a:srgbClr val="E2DED9"/>
                </a:solidFill>
                <a:latin typeface="Arial"/>
              </a:rPr>
              <a:t>Delete or add roles as appropriate</a:t>
            </a:r>
          </a:p>
          <a:p>
            <a:pPr algn="l">
              <a:spcAft>
                <a:spcPts val="1200"/>
              </a:spcAft>
            </a:pPr>
            <a:r>
              <a:rPr sz="1500" b="0" i="0">
                <a:solidFill>
                  <a:srgbClr val="FFFFFF"/>
                </a:solidFill>
                <a:latin typeface="Arial"/>
              </a:rPr>
              <a:t>Demander</a:t>
            </a:r>
          </a:p>
          <a:p>
            <a:pPr algn="l">
              <a:spcAft>
                <a:spcPts val="1200"/>
              </a:spcAft>
            </a:pPr>
            <a:r>
              <a:rPr sz="1500" b="0" i="0">
                <a:solidFill>
                  <a:srgbClr val="FFFFFF"/>
                </a:solidFill>
                <a:latin typeface="Arial"/>
              </a:rPr>
              <a:t>Project Manager / PEM</a:t>
            </a:r>
          </a:p>
          <a:p>
            <a:pPr algn="l">
              <a:spcAft>
                <a:spcPts val="1200"/>
              </a:spcAft>
            </a:pPr>
            <a:r>
              <a:rPr sz="1500" b="0" i="0">
                <a:solidFill>
                  <a:srgbClr val="FFFFFF"/>
                </a:solidFill>
                <a:latin typeface="Arial"/>
              </a:rPr>
              <a:t>Responsible Engineer / Designer</a:t>
            </a:r>
          </a:p>
          <a:p>
            <a:pPr algn="l">
              <a:spcAft>
                <a:spcPts val="1200"/>
              </a:spcAft>
            </a:pPr>
            <a:r>
              <a:rPr sz="1500" b="0" i="0">
                <a:solidFill>
                  <a:srgbClr val="FFFFFF"/>
                </a:solidFill>
                <a:latin typeface="Arial"/>
              </a:rPr>
              <a:t>Project QE / Quality Manager</a:t>
            </a:r>
          </a:p>
          <a:p>
            <a:pPr algn="l">
              <a:spcAft>
                <a:spcPts val="1200"/>
              </a:spcAft>
            </a:pPr>
            <a:r>
              <a:rPr sz="1500" b="0" i="0">
                <a:solidFill>
                  <a:srgbClr val="FFFFFF"/>
                </a:solidFill>
                <a:latin typeface="Arial"/>
              </a:rPr>
              <a:t>Construction Manager / Co-ordinator</a:t>
            </a:r>
          </a:p>
          <a:p>
            <a:pPr algn="l">
              <a:spcAft>
                <a:spcPts val="1200"/>
              </a:spcAft>
            </a:pPr>
            <a:r>
              <a:rPr sz="1500" b="0" i="0">
                <a:solidFill>
                  <a:srgbClr val="FFFFFF"/>
                </a:solidFill>
                <a:latin typeface="Arial"/>
              </a:rPr>
              <a:t>ICG or Inspection Authority</a:t>
            </a:r>
          </a:p>
          <a:p>
            <a:pPr algn="l">
              <a:spcAft>
                <a:spcPts val="1200"/>
              </a:spcAft>
            </a:pPr>
            <a:r>
              <a:rPr sz="1500" b="0" i="0">
                <a:solidFill>
                  <a:srgbClr val="FFFFFF"/>
                </a:solidFill>
                <a:latin typeface="Arial"/>
              </a:rPr>
              <a:t>Commissioning / Pre-operations</a:t>
            </a:r>
          </a:p>
        </p:txBody>
      </p:sp>
      <p:sp>
        <p:nvSpPr>
          <p:cNvPr id="4" name="Oval 3"/>
          <p:cNvSpPr/>
          <p:nvPr/>
        </p:nvSpPr>
        <p:spPr>
          <a:xfrm>
            <a:off x="4617720" y="1417320"/>
            <a:ext cx="548640" cy="548640"/>
          </a:xfrm>
          <a:prstGeom prst="ellipse">
            <a:avLst/>
          </a:prstGeom>
          <a:solidFill>
            <a:srgbClr val="E7F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pPr>
            <a:r>
              <a:rPr sz="1600" b="1" i="0">
                <a:solidFill>
                  <a:srgbClr val="00303C"/>
                </a:solidFill>
                <a:latin typeface="Arial Black"/>
              </a:rPr>
              <a:t>1</a:t>
            </a:r>
          </a:p>
        </p:txBody>
      </p:sp>
      <p:sp>
        <p:nvSpPr>
          <p:cNvPr id="5" name="Rounded Rectangle 4"/>
          <p:cNvSpPr/>
          <p:nvPr/>
        </p:nvSpPr>
        <p:spPr>
          <a:xfrm>
            <a:off x="5349240" y="1188720"/>
            <a:ext cx="6400800" cy="1078992"/>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l">
              <a:spcAft>
                <a:spcPts val="200"/>
              </a:spcAft>
            </a:pPr>
            <a:r>
              <a:rPr sz="1400" b="1" i="0">
                <a:solidFill>
                  <a:srgbClr val="00303C"/>
                </a:solidFill>
                <a:latin typeface="Arial"/>
              </a:rPr>
              <a:t>Check, approve and issue</a:t>
            </a:r>
          </a:p>
          <a:p>
            <a:pPr algn="l">
              <a:spcAft>
                <a:spcPts val="200"/>
              </a:spcAft>
            </a:pPr>
            <a:r>
              <a:rPr sz="1400" b="0" i="0">
                <a:solidFill>
                  <a:srgbClr val="00303C"/>
                </a:solidFill>
                <a:latin typeface="Arial"/>
              </a:rPr>
              <a:t>Approve per SLP 1.02.42; issue to Project Document Control per SLP 4.09.108</a:t>
            </a:r>
          </a:p>
        </p:txBody>
      </p:sp>
      <p:sp>
        <p:nvSpPr>
          <p:cNvPr id="6" name="Oval 5"/>
          <p:cNvSpPr/>
          <p:nvPr/>
        </p:nvSpPr>
        <p:spPr>
          <a:xfrm>
            <a:off x="4617720" y="2624328"/>
            <a:ext cx="548640" cy="548640"/>
          </a:xfrm>
          <a:prstGeom prst="ellipse">
            <a:avLst/>
          </a:prstGeom>
          <a:solidFill>
            <a:srgbClr val="E7F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pPr>
            <a:r>
              <a:rPr sz="1600" b="1" i="0">
                <a:solidFill>
                  <a:srgbClr val="00303C"/>
                </a:solidFill>
                <a:latin typeface="Arial Black"/>
              </a:rPr>
              <a:t>2</a:t>
            </a:r>
          </a:p>
        </p:txBody>
      </p:sp>
      <p:sp>
        <p:nvSpPr>
          <p:cNvPr id="7" name="Rounded Rectangle 6"/>
          <p:cNvSpPr/>
          <p:nvPr/>
        </p:nvSpPr>
        <p:spPr>
          <a:xfrm>
            <a:off x="5349240" y="2395728"/>
            <a:ext cx="6400800" cy="1078992"/>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l">
              <a:spcAft>
                <a:spcPts val="200"/>
              </a:spcAft>
            </a:pPr>
            <a:r>
              <a:rPr sz="1400" b="1" i="0">
                <a:solidFill>
                  <a:srgbClr val="00303C"/>
                </a:solidFill>
                <a:latin typeface="Arial"/>
              </a:rPr>
              <a:t>Feed the specification</a:t>
            </a:r>
          </a:p>
          <a:p>
            <a:pPr algn="l">
              <a:spcAft>
                <a:spcPts val="200"/>
              </a:spcAft>
            </a:pPr>
            <a:r>
              <a:rPr sz="1400" b="0" i="0">
                <a:solidFill>
                  <a:srgbClr val="00303C"/>
                </a:solidFill>
                <a:latin typeface="Arial"/>
              </a:rPr>
              <a:t>Append to the specification with the ITP and LTR schedule; reference on the PR and material master (SEMS 3.3.7.1); use for tender</a:t>
            </a:r>
          </a:p>
        </p:txBody>
      </p:sp>
      <p:sp>
        <p:nvSpPr>
          <p:cNvPr id="8" name="Oval 7"/>
          <p:cNvSpPr/>
          <p:nvPr/>
        </p:nvSpPr>
        <p:spPr>
          <a:xfrm>
            <a:off x="4617720" y="3831336"/>
            <a:ext cx="548640" cy="548640"/>
          </a:xfrm>
          <a:prstGeom prst="ellipse">
            <a:avLst/>
          </a:prstGeom>
          <a:solidFill>
            <a:srgbClr val="E7F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pPr>
            <a:r>
              <a:rPr sz="1600" b="1" i="0">
                <a:solidFill>
                  <a:srgbClr val="00303C"/>
                </a:solidFill>
                <a:latin typeface="Arial Black"/>
              </a:rPr>
              <a:t>3</a:t>
            </a:r>
          </a:p>
        </p:txBody>
      </p:sp>
      <p:sp>
        <p:nvSpPr>
          <p:cNvPr id="9" name="Rounded Rectangle 8"/>
          <p:cNvSpPr/>
          <p:nvPr/>
        </p:nvSpPr>
        <p:spPr>
          <a:xfrm>
            <a:off x="5349240" y="3602736"/>
            <a:ext cx="6400800" cy="1078992"/>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l">
              <a:spcAft>
                <a:spcPts val="200"/>
              </a:spcAft>
            </a:pPr>
            <a:r>
              <a:rPr sz="1400" b="1" i="0">
                <a:solidFill>
                  <a:srgbClr val="00303C"/>
                </a:solidFill>
                <a:latin typeface="Arial"/>
              </a:rPr>
              <a:t>Manage changes</a:t>
            </a:r>
          </a:p>
          <a:p>
            <a:pPr algn="l">
              <a:spcAft>
                <a:spcPts val="200"/>
              </a:spcAft>
            </a:pPr>
            <a:r>
              <a:rPr sz="1400" b="0" i="0">
                <a:solidFill>
                  <a:srgbClr val="00303C"/>
                </a:solidFill>
                <a:latin typeface="Arial"/>
              </a:rPr>
              <a:t>Post-award: Contractor Request for Deviation (SEMS 3.3.6.2). Supplier changes: TQ, concession or production permit (SEMS 2.3.3.1)</a:t>
            </a:r>
          </a:p>
        </p:txBody>
      </p:sp>
      <p:sp>
        <p:nvSpPr>
          <p:cNvPr id="10" name="Oval 9"/>
          <p:cNvSpPr/>
          <p:nvPr/>
        </p:nvSpPr>
        <p:spPr>
          <a:xfrm>
            <a:off x="4617720" y="5038344"/>
            <a:ext cx="548640" cy="548640"/>
          </a:xfrm>
          <a:prstGeom prst="ellipse">
            <a:avLst/>
          </a:prstGeom>
          <a:solidFill>
            <a:srgbClr val="E7F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pPr>
            <a:r>
              <a:rPr sz="1600" b="1" i="0">
                <a:solidFill>
                  <a:srgbClr val="00303C"/>
                </a:solidFill>
                <a:latin typeface="Arial Black"/>
              </a:rPr>
              <a:t>4</a:t>
            </a:r>
          </a:p>
        </p:txBody>
      </p:sp>
      <p:sp>
        <p:nvSpPr>
          <p:cNvPr id="11" name="Rounded Rectangle 10"/>
          <p:cNvSpPr/>
          <p:nvPr/>
        </p:nvSpPr>
        <p:spPr>
          <a:xfrm>
            <a:off x="5349240" y="4809744"/>
            <a:ext cx="6400800" cy="1078992"/>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l">
              <a:spcAft>
                <a:spcPts val="200"/>
              </a:spcAft>
            </a:pPr>
            <a:r>
              <a:rPr sz="1400" b="1" i="0">
                <a:solidFill>
                  <a:srgbClr val="00303C"/>
                </a:solidFill>
                <a:latin typeface="Arial"/>
              </a:rPr>
              <a:t>Feed back</a:t>
            </a:r>
          </a:p>
          <a:p>
            <a:pPr algn="l">
              <a:spcAft>
                <a:spcPts val="200"/>
              </a:spcAft>
            </a:pPr>
            <a:r>
              <a:rPr sz="1400" b="0" i="0">
                <a:solidFill>
                  <a:srgbClr val="00303C"/>
                </a:solidFill>
                <a:latin typeface="Arial"/>
              </a:rPr>
              <a:t>Off-condition, CFSI or lessons learned go to the Demander, RE and SMEs (step 1.7)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Reference documents</a:t>
            </a:r>
          </a:p>
        </p:txBody>
      </p:sp>
      <p:graphicFrame>
        <p:nvGraphicFramePr>
          <p:cNvPr id="3" name="Table 2"/>
          <p:cNvGraphicFramePr>
            <a:graphicFrameLocks noGrp="1"/>
          </p:cNvGraphicFramePr>
          <p:nvPr/>
        </p:nvGraphicFramePr>
        <p:xfrm>
          <a:off x="438912" y="1188720"/>
          <a:ext cx="6035040" cy="4608576"/>
        </p:xfrm>
        <a:graphic>
          <a:graphicData uri="http://schemas.openxmlformats.org/drawingml/2006/table">
            <a:tbl>
              <a:tblPr firstRow="0" bandRow="0">
                <a:tableStyleId>{5C22544A-7EE6-4342-B048-85BDC9FD1C3A}</a:tableStyleId>
              </a:tblPr>
              <a:tblGrid>
                <a:gridCol w="1691640"/>
                <a:gridCol w="4343400"/>
              </a:tblGrid>
              <a:tr h="512064">
                <a:tc>
                  <a:txBody>
                    <a:bodyPr wrap="square"/>
                    <a:lstStyle/>
                    <a:p>
                      <a:pPr algn="l">
                        <a:spcAft>
                          <a:spcPts val="0"/>
                        </a:spcAft>
                      </a:pPr>
                      <a:r>
                        <a:rPr sz="1300" b="1" i="0">
                          <a:solidFill>
                            <a:srgbClr val="FFFFFF"/>
                          </a:solidFill>
                          <a:latin typeface="Arial"/>
                        </a:rPr>
                        <a:t>Practices and forms</a:t>
                      </a:r>
                    </a:p>
                  </a:txBody>
                  <a:tcPr marL="73152" marR="73152" marT="36576" marB="36576" anchor="ctr">
                    <a:solidFill>
                      <a:srgbClr val="00303C"/>
                    </a:solidFill>
                  </a:tcPr>
                </a:tc>
                <a:tc>
                  <a:txBody>
                    <a:bodyPr wrap="square"/>
                    <a:lstStyle/>
                    <a:p>
                      <a:pPr algn="l">
                        <a:spcAft>
                          <a:spcPts val="0"/>
                        </a:spcAft>
                      </a:pPr>
                      <a:r>
                        <a:rPr sz="1300" b="1" i="0">
                          <a:solidFill>
                            <a:srgbClr val="FFFFFF"/>
                          </a:solidFill>
                          <a:latin typeface="Arial"/>
                        </a:rPr>
                        <a:t>Title</a:t>
                      </a:r>
                    </a:p>
                  </a:txBody>
                  <a:tcPr marL="73152" marR="73152" marT="36576" marB="36576" anchor="ctr">
                    <a:solidFill>
                      <a:srgbClr val="00303C"/>
                    </a:solidFill>
                  </a:tcPr>
                </a:tc>
              </a:tr>
              <a:tr h="512064">
                <a:tc>
                  <a:txBody>
                    <a:bodyPr wrap="square"/>
                    <a:lstStyle/>
                    <a:p>
                      <a:pPr algn="l">
                        <a:spcAft>
                          <a:spcPts val="0"/>
                        </a:spcAft>
                      </a:pPr>
                      <a:r>
                        <a:rPr sz="1200" b="1" i="0">
                          <a:solidFill>
                            <a:srgbClr val="00303C"/>
                          </a:solidFill>
                          <a:latin typeface="Arial"/>
                        </a:rPr>
                        <a:t>SLP 2.3.2.7_02</a:t>
                      </a:r>
                    </a:p>
                  </a:txBody>
                  <a:tcPr marL="73152" marR="73152" marT="36576" marB="36576" anchor="ctr">
                    <a:solidFill>
                      <a:srgbClr val="FFFFFF"/>
                    </a:solidFill>
                  </a:tcPr>
                </a:tc>
                <a:tc>
                  <a:txBody>
                    <a:bodyPr wrap="square"/>
                    <a:lstStyle/>
                    <a:p>
                      <a:pPr algn="l">
                        <a:spcAft>
                          <a:spcPts val="0"/>
                        </a:spcAft>
                      </a:pPr>
                      <a:r>
                        <a:rPr sz="1200" b="0" i="0">
                          <a:solidFill>
                            <a:srgbClr val="00303C"/>
                          </a:solidFill>
                          <a:latin typeface="Arial"/>
                        </a:rPr>
                        <a:t>Determine quality oversight and assurance for procurement of plant and equipment (formerly SLP 1.02.45)</a:t>
                      </a:r>
                    </a:p>
                  </a:txBody>
                  <a:tcPr marL="73152" marR="73152" marT="36576" marB="36576" anchor="ctr">
                    <a:solidFill>
                      <a:srgbClr val="FFFFFF"/>
                    </a:solidFill>
                  </a:tcPr>
                </a:tc>
              </a:tr>
              <a:tr h="512064">
                <a:tc>
                  <a:txBody>
                    <a:bodyPr wrap="square"/>
                    <a:lstStyle/>
                    <a:p>
                      <a:pPr algn="l">
                        <a:spcAft>
                          <a:spcPts val="0"/>
                        </a:spcAft>
                      </a:pPr>
                      <a:r>
                        <a:rPr sz="1200" b="1" i="0">
                          <a:solidFill>
                            <a:srgbClr val="00303C"/>
                          </a:solidFill>
                          <a:latin typeface="Arial"/>
                        </a:rPr>
                        <a:t>SLF 2.3.2.7_02</a:t>
                      </a:r>
                    </a:p>
                  </a:txBody>
                  <a:tcPr marL="73152" marR="73152" marT="36576" marB="36576" anchor="ctr">
                    <a:solidFill>
                      <a:srgbClr val="F2F4F5"/>
                    </a:solidFill>
                  </a:tcPr>
                </a:tc>
                <a:tc>
                  <a:txBody>
                    <a:bodyPr wrap="square"/>
                    <a:lstStyle/>
                    <a:p>
                      <a:pPr algn="l">
                        <a:spcAft>
                          <a:spcPts val="0"/>
                        </a:spcAft>
                      </a:pPr>
                      <a:r>
                        <a:rPr sz="1200" b="0" i="0">
                          <a:solidFill>
                            <a:srgbClr val="00303C"/>
                          </a:solidFill>
                          <a:latin typeface="Arial"/>
                        </a:rPr>
                        <a:t>Quality Requirements Risk Assessment form (formerly SLF 1.02.45.01)</a:t>
                      </a:r>
                    </a:p>
                  </a:txBody>
                  <a:tcPr marL="73152" marR="73152" marT="36576" marB="36576" anchor="ctr">
                    <a:solidFill>
                      <a:srgbClr val="F2F4F5"/>
                    </a:solidFill>
                  </a:tcPr>
                </a:tc>
              </a:tr>
              <a:tr h="512064">
                <a:tc>
                  <a:txBody>
                    <a:bodyPr wrap="square"/>
                    <a:lstStyle/>
                    <a:p>
                      <a:pPr algn="l">
                        <a:spcAft>
                          <a:spcPts val="0"/>
                        </a:spcAft>
                      </a:pPr>
                      <a:r>
                        <a:rPr sz="1200" b="1" i="0">
                          <a:solidFill>
                            <a:srgbClr val="00303C"/>
                          </a:solidFill>
                          <a:latin typeface="Arial"/>
                        </a:rPr>
                        <a:t>SLP 4.06.08</a:t>
                      </a:r>
                    </a:p>
                  </a:txBody>
                  <a:tcPr marL="73152" marR="73152" marT="36576" marB="36576" anchor="ctr">
                    <a:solidFill>
                      <a:srgbClr val="FFFFFF"/>
                    </a:solidFill>
                  </a:tcPr>
                </a:tc>
                <a:tc>
                  <a:txBody>
                    <a:bodyPr wrap="square"/>
                    <a:lstStyle/>
                    <a:p>
                      <a:pPr algn="l">
                        <a:spcAft>
                          <a:spcPts val="0"/>
                        </a:spcAft>
                      </a:pPr>
                      <a:r>
                        <a:rPr sz="1200" b="0" i="0">
                          <a:solidFill>
                            <a:srgbClr val="00303C"/>
                          </a:solidFill>
                          <a:latin typeface="Arial"/>
                        </a:rPr>
                        <a:t>Procure works, supplies and services</a:t>
                      </a:r>
                    </a:p>
                  </a:txBody>
                  <a:tcPr marL="73152" marR="73152" marT="36576" marB="36576" anchor="ctr">
                    <a:solidFill>
                      <a:srgbClr val="FFFFFF"/>
                    </a:solidFill>
                  </a:tcPr>
                </a:tc>
              </a:tr>
              <a:tr h="512064">
                <a:tc>
                  <a:txBody>
                    <a:bodyPr wrap="square"/>
                    <a:lstStyle/>
                    <a:p>
                      <a:pPr algn="l">
                        <a:spcAft>
                          <a:spcPts val="0"/>
                        </a:spcAft>
                      </a:pPr>
                      <a:r>
                        <a:rPr sz="1200" b="1" i="0">
                          <a:solidFill>
                            <a:srgbClr val="00303C"/>
                          </a:solidFill>
                          <a:latin typeface="Arial"/>
                        </a:rPr>
                        <a:t>SLP 1.02.44</a:t>
                      </a:r>
                    </a:p>
                  </a:txBody>
                  <a:tcPr marL="73152" marR="73152" marT="36576" marB="36576" anchor="ctr">
                    <a:solidFill>
                      <a:srgbClr val="F2F4F5"/>
                    </a:solidFill>
                  </a:tcPr>
                </a:tc>
                <a:tc>
                  <a:txBody>
                    <a:bodyPr wrap="square"/>
                    <a:lstStyle/>
                    <a:p>
                      <a:pPr algn="l">
                        <a:spcAft>
                          <a:spcPts val="0"/>
                        </a:spcAft>
                      </a:pPr>
                      <a:r>
                        <a:rPr sz="1200" b="0" i="0">
                          <a:solidFill>
                            <a:srgbClr val="00303C"/>
                          </a:solidFill>
                          <a:latin typeface="Arial"/>
                        </a:rPr>
                        <a:t>Prepare and publish a specification</a:t>
                      </a:r>
                    </a:p>
                  </a:txBody>
                  <a:tcPr marL="73152" marR="73152" marT="36576" marB="36576" anchor="ctr">
                    <a:solidFill>
                      <a:srgbClr val="F2F4F5"/>
                    </a:solidFill>
                  </a:tcPr>
                </a:tc>
              </a:tr>
              <a:tr h="512064">
                <a:tc>
                  <a:txBody>
                    <a:bodyPr wrap="square"/>
                    <a:lstStyle/>
                    <a:p>
                      <a:pPr algn="l">
                        <a:spcAft>
                          <a:spcPts val="0"/>
                        </a:spcAft>
                      </a:pPr>
                      <a:r>
                        <a:rPr sz="1200" b="1" i="0">
                          <a:solidFill>
                            <a:srgbClr val="00303C"/>
                          </a:solidFill>
                          <a:latin typeface="Arial"/>
                        </a:rPr>
                        <a:t>SLP 4.06.04</a:t>
                      </a:r>
                    </a:p>
                  </a:txBody>
                  <a:tcPr marL="73152" marR="73152" marT="36576" marB="36576" anchor="ctr">
                    <a:solidFill>
                      <a:srgbClr val="FFFFFF"/>
                    </a:solidFill>
                  </a:tcPr>
                </a:tc>
                <a:tc>
                  <a:txBody>
                    <a:bodyPr wrap="square"/>
                    <a:lstStyle/>
                    <a:p>
                      <a:pPr algn="l">
                        <a:spcAft>
                          <a:spcPts val="0"/>
                        </a:spcAft>
                      </a:pPr>
                      <a:r>
                        <a:rPr sz="1200" b="0" i="0">
                          <a:solidFill>
                            <a:srgbClr val="00303C"/>
                          </a:solidFill>
                          <a:latin typeface="Arial"/>
                        </a:rPr>
                        <a:t>Quality Assessed Suppliers List (QASL)</a:t>
                      </a:r>
                    </a:p>
                  </a:txBody>
                  <a:tcPr marL="73152" marR="73152" marT="36576" marB="36576" anchor="ctr">
                    <a:solidFill>
                      <a:srgbClr val="FFFFFF"/>
                    </a:solidFill>
                  </a:tcPr>
                </a:tc>
              </a:tr>
              <a:tr h="512064">
                <a:tc>
                  <a:txBody>
                    <a:bodyPr wrap="square"/>
                    <a:lstStyle/>
                    <a:p>
                      <a:pPr algn="l">
                        <a:spcAft>
                          <a:spcPts val="0"/>
                        </a:spcAft>
                      </a:pPr>
                      <a:r>
                        <a:rPr sz="1200" b="1" i="0">
                          <a:solidFill>
                            <a:srgbClr val="00303C"/>
                          </a:solidFill>
                          <a:latin typeface="Arial"/>
                        </a:rPr>
                        <a:t>SLP 4.06.24</a:t>
                      </a:r>
                    </a:p>
                  </a:txBody>
                  <a:tcPr marL="73152" marR="73152" marT="36576" marB="36576" anchor="ctr">
                    <a:solidFill>
                      <a:srgbClr val="F2F4F5"/>
                    </a:solidFill>
                  </a:tcPr>
                </a:tc>
                <a:tc>
                  <a:txBody>
                    <a:bodyPr wrap="square"/>
                    <a:lstStyle/>
                    <a:p>
                      <a:pPr algn="l">
                        <a:spcAft>
                          <a:spcPts val="0"/>
                        </a:spcAft>
                      </a:pPr>
                      <a:r>
                        <a:rPr sz="1200" b="0" i="0">
                          <a:solidFill>
                            <a:srgbClr val="00303C"/>
                          </a:solidFill>
                          <a:latin typeface="Arial"/>
                        </a:rPr>
                        <a:t>Make vs Buy analysis</a:t>
                      </a:r>
                    </a:p>
                  </a:txBody>
                  <a:tcPr marL="73152" marR="73152" marT="36576" marB="36576" anchor="ctr">
                    <a:solidFill>
                      <a:srgbClr val="F2F4F5"/>
                    </a:solidFill>
                  </a:tcPr>
                </a:tc>
              </a:tr>
              <a:tr h="512064">
                <a:tc>
                  <a:txBody>
                    <a:bodyPr wrap="square"/>
                    <a:lstStyle/>
                    <a:p>
                      <a:pPr algn="l">
                        <a:spcAft>
                          <a:spcPts val="0"/>
                        </a:spcAft>
                      </a:pPr>
                      <a:r>
                        <a:rPr sz="1200" b="1" i="0">
                          <a:solidFill>
                            <a:srgbClr val="00303C"/>
                          </a:solidFill>
                          <a:latin typeface="Arial"/>
                        </a:rPr>
                        <a:t>SLP 1.10.315</a:t>
                      </a:r>
                    </a:p>
                  </a:txBody>
                  <a:tcPr marL="73152" marR="73152" marT="36576" marB="36576" anchor="ctr">
                    <a:solidFill>
                      <a:srgbClr val="FFFFFF"/>
                    </a:solidFill>
                  </a:tcPr>
                </a:tc>
                <a:tc>
                  <a:txBody>
                    <a:bodyPr wrap="square"/>
                    <a:lstStyle/>
                    <a:p>
                      <a:pPr algn="l">
                        <a:spcAft>
                          <a:spcPts val="0"/>
                        </a:spcAft>
                      </a:pPr>
                      <a:r>
                        <a:rPr sz="1200" b="0" i="0">
                          <a:solidFill>
                            <a:srgbClr val="00303C"/>
                          </a:solidFill>
                          <a:latin typeface="Arial"/>
                        </a:rPr>
                        <a:t>Deliver project quality assurance and control</a:t>
                      </a:r>
                    </a:p>
                  </a:txBody>
                  <a:tcPr marL="73152" marR="73152" marT="36576" marB="36576" anchor="ctr">
                    <a:solidFill>
                      <a:srgbClr val="FFFFFF"/>
                    </a:solidFill>
                  </a:tcPr>
                </a:tc>
              </a:tr>
              <a:tr h="512064">
                <a:tc>
                  <a:txBody>
                    <a:bodyPr wrap="square"/>
                    <a:lstStyle/>
                    <a:p>
                      <a:pPr algn="l">
                        <a:spcAft>
                          <a:spcPts val="0"/>
                        </a:spcAft>
                      </a:pPr>
                      <a:r>
                        <a:rPr sz="1200" b="1" i="0">
                          <a:solidFill>
                            <a:srgbClr val="00303C"/>
                          </a:solidFill>
                          <a:latin typeface="Arial"/>
                        </a:rPr>
                        <a:t>SLSP 1.02.14.02</a:t>
                      </a:r>
                    </a:p>
                  </a:txBody>
                  <a:tcPr marL="73152" marR="73152" marT="36576" marB="36576" anchor="ctr">
                    <a:solidFill>
                      <a:srgbClr val="F2F4F5"/>
                    </a:solidFill>
                  </a:tcPr>
                </a:tc>
                <a:tc>
                  <a:txBody>
                    <a:bodyPr wrap="square"/>
                    <a:lstStyle/>
                    <a:p>
                      <a:pPr algn="l">
                        <a:spcAft>
                          <a:spcPts val="0"/>
                        </a:spcAft>
                      </a:pPr>
                      <a:r>
                        <a:rPr sz="1200" b="0" i="0">
                          <a:solidFill>
                            <a:srgbClr val="00303C"/>
                          </a:solidFill>
                          <a:latin typeface="Arial"/>
                        </a:rPr>
                        <a:t>Categorisation of nuclear safety, environmental and COMAH consequences</a:t>
                      </a:r>
                    </a:p>
                  </a:txBody>
                  <a:tcPr marL="73152" marR="73152" marT="36576" marB="36576" anchor="ctr">
                    <a:solidFill>
                      <a:srgbClr val="F2F4F5"/>
                    </a:solidFill>
                  </a:tcPr>
                </a:tc>
              </a:tr>
            </a:tbl>
          </a:graphicData>
        </a:graphic>
      </p:graphicFrame>
      <p:graphicFrame>
        <p:nvGraphicFramePr>
          <p:cNvPr id="4" name="Table 3"/>
          <p:cNvGraphicFramePr>
            <a:graphicFrameLocks noGrp="1"/>
          </p:cNvGraphicFramePr>
          <p:nvPr/>
        </p:nvGraphicFramePr>
        <p:xfrm>
          <a:off x="6675120" y="1188720"/>
          <a:ext cx="5074920" cy="4608576"/>
        </p:xfrm>
        <a:graphic>
          <a:graphicData uri="http://schemas.openxmlformats.org/drawingml/2006/table">
            <a:tbl>
              <a:tblPr firstRow="0" bandRow="0">
                <a:tableStyleId>{5C22544A-7EE6-4342-B048-85BDC9FD1C3A}</a:tableStyleId>
              </a:tblPr>
              <a:tblGrid>
                <a:gridCol w="1600200"/>
                <a:gridCol w="3474720"/>
              </a:tblGrid>
              <a:tr h="512064">
                <a:tc>
                  <a:txBody>
                    <a:bodyPr wrap="square"/>
                    <a:lstStyle/>
                    <a:p>
                      <a:pPr algn="l">
                        <a:spcAft>
                          <a:spcPts val="0"/>
                        </a:spcAft>
                      </a:pPr>
                      <a:r>
                        <a:rPr sz="1300" b="1" i="0">
                          <a:solidFill>
                            <a:srgbClr val="FFFFFF"/>
                          </a:solidFill>
                          <a:latin typeface="Arial"/>
                        </a:rPr>
                        <a:t>SEMS</a:t>
                      </a:r>
                    </a:p>
                  </a:txBody>
                  <a:tcPr marL="73152" marR="73152" marT="36576" marB="36576" anchor="ctr">
                    <a:solidFill>
                      <a:srgbClr val="00303C"/>
                    </a:solidFill>
                  </a:tcPr>
                </a:tc>
                <a:tc>
                  <a:txBody>
                    <a:bodyPr wrap="square"/>
                    <a:lstStyle/>
                    <a:p>
                      <a:pPr algn="l">
                        <a:spcAft>
                          <a:spcPts val="0"/>
                        </a:spcAft>
                      </a:pPr>
                      <a:r>
                        <a:rPr sz="1300" b="1" i="0">
                          <a:solidFill>
                            <a:srgbClr val="FFFFFF"/>
                          </a:solidFill>
                          <a:latin typeface="Arial"/>
                        </a:rPr>
                        <a:t>Title</a:t>
                      </a:r>
                    </a:p>
                  </a:txBody>
                  <a:tcPr marL="73152" marR="73152" marT="36576" marB="36576" anchor="ctr">
                    <a:solidFill>
                      <a:srgbClr val="00303C"/>
                    </a:solidFill>
                  </a:tcPr>
                </a:tc>
              </a:tr>
              <a:tr h="512064">
                <a:tc>
                  <a:txBody>
                    <a:bodyPr wrap="square"/>
                    <a:lstStyle/>
                    <a:p>
                      <a:pPr algn="l">
                        <a:spcAft>
                          <a:spcPts val="0"/>
                        </a:spcAft>
                      </a:pPr>
                      <a:r>
                        <a:rPr sz="1200" b="1" i="0">
                          <a:solidFill>
                            <a:srgbClr val="00303C"/>
                          </a:solidFill>
                          <a:latin typeface="Arial"/>
                        </a:rPr>
                        <a:t>SEMS 2.3.2.7</a:t>
                      </a:r>
                    </a:p>
                  </a:txBody>
                  <a:tcPr marL="73152" marR="73152" marT="36576" marB="36576" anchor="ctr">
                    <a:solidFill>
                      <a:srgbClr val="FFFFFF"/>
                    </a:solidFill>
                  </a:tcPr>
                </a:tc>
                <a:tc>
                  <a:txBody>
                    <a:bodyPr wrap="square"/>
                    <a:lstStyle/>
                    <a:p>
                      <a:pPr algn="l">
                        <a:spcAft>
                          <a:spcPts val="0"/>
                        </a:spcAft>
                      </a:pPr>
                      <a:r>
                        <a:rPr sz="1200" b="0" i="0">
                          <a:solidFill>
                            <a:srgbClr val="00303C"/>
                          </a:solidFill>
                          <a:latin typeface="Arial"/>
                        </a:rPr>
                        <a:t>Product verification</a:t>
                      </a:r>
                    </a:p>
                  </a:txBody>
                  <a:tcPr marL="73152" marR="73152" marT="36576" marB="36576" anchor="ctr">
                    <a:solidFill>
                      <a:srgbClr val="FFFFFF"/>
                    </a:solidFill>
                  </a:tcPr>
                </a:tc>
              </a:tr>
              <a:tr h="512064">
                <a:tc>
                  <a:txBody>
                    <a:bodyPr wrap="square"/>
                    <a:lstStyle/>
                    <a:p>
                      <a:pPr algn="l">
                        <a:spcAft>
                          <a:spcPts val="0"/>
                        </a:spcAft>
                      </a:pPr>
                      <a:r>
                        <a:rPr sz="1200" b="1" i="0">
                          <a:solidFill>
                            <a:srgbClr val="00303C"/>
                          </a:solidFill>
                          <a:latin typeface="Arial"/>
                        </a:rPr>
                        <a:t>SEMS 2.3.2.6</a:t>
                      </a:r>
                    </a:p>
                  </a:txBody>
                  <a:tcPr marL="73152" marR="73152" marT="36576" marB="36576" anchor="ctr">
                    <a:solidFill>
                      <a:srgbClr val="F2F4F5"/>
                    </a:solidFill>
                  </a:tcPr>
                </a:tc>
                <a:tc>
                  <a:txBody>
                    <a:bodyPr wrap="square"/>
                    <a:lstStyle/>
                    <a:p>
                      <a:pPr algn="l">
                        <a:spcAft>
                          <a:spcPts val="0"/>
                        </a:spcAft>
                      </a:pPr>
                      <a:r>
                        <a:rPr sz="1200" b="0" i="0">
                          <a:solidFill>
                            <a:srgbClr val="00303C"/>
                          </a:solidFill>
                          <a:latin typeface="Arial"/>
                        </a:rPr>
                        <a:t>Produce the design</a:t>
                      </a:r>
                    </a:p>
                  </a:txBody>
                  <a:tcPr marL="73152" marR="73152" marT="36576" marB="36576" anchor="ctr">
                    <a:solidFill>
                      <a:srgbClr val="F2F4F5"/>
                    </a:solidFill>
                  </a:tcPr>
                </a:tc>
              </a:tr>
              <a:tr h="512064">
                <a:tc>
                  <a:txBody>
                    <a:bodyPr wrap="square"/>
                    <a:lstStyle/>
                    <a:p>
                      <a:pPr algn="l">
                        <a:spcAft>
                          <a:spcPts val="0"/>
                        </a:spcAft>
                      </a:pPr>
                      <a:r>
                        <a:rPr sz="1200" b="1" i="0">
                          <a:solidFill>
                            <a:srgbClr val="00303C"/>
                          </a:solidFill>
                          <a:latin typeface="Arial"/>
                        </a:rPr>
                        <a:t>SEMS 3.3.5.2</a:t>
                      </a:r>
                    </a:p>
                  </a:txBody>
                  <a:tcPr marL="73152" marR="73152" marT="36576" marB="36576" anchor="ctr">
                    <a:solidFill>
                      <a:srgbClr val="FFFFFF"/>
                    </a:solidFill>
                  </a:tcPr>
                </a:tc>
                <a:tc>
                  <a:txBody>
                    <a:bodyPr wrap="square"/>
                    <a:lstStyle/>
                    <a:p>
                      <a:pPr algn="l">
                        <a:spcAft>
                          <a:spcPts val="0"/>
                        </a:spcAft>
                      </a:pPr>
                      <a:r>
                        <a:rPr sz="1200" b="0" i="0">
                          <a:solidFill>
                            <a:srgbClr val="00303C"/>
                          </a:solidFill>
                          <a:latin typeface="Arial"/>
                        </a:rPr>
                        <a:t>Contract Quality Requirements Manual</a:t>
                      </a:r>
                    </a:p>
                  </a:txBody>
                  <a:tcPr marL="73152" marR="73152" marT="36576" marB="36576" anchor="ctr">
                    <a:solidFill>
                      <a:srgbClr val="FFFFFF"/>
                    </a:solidFill>
                  </a:tcPr>
                </a:tc>
              </a:tr>
              <a:tr h="512064">
                <a:tc>
                  <a:txBody>
                    <a:bodyPr wrap="square"/>
                    <a:lstStyle/>
                    <a:p>
                      <a:pPr algn="l">
                        <a:spcAft>
                          <a:spcPts val="0"/>
                        </a:spcAft>
                      </a:pPr>
                      <a:r>
                        <a:rPr sz="1200" b="1" i="0">
                          <a:solidFill>
                            <a:srgbClr val="00303C"/>
                          </a:solidFill>
                          <a:latin typeface="Arial"/>
                        </a:rPr>
                        <a:t>SEMS 3.3.5.3</a:t>
                      </a:r>
                    </a:p>
                  </a:txBody>
                  <a:tcPr marL="73152" marR="73152" marT="36576" marB="36576" anchor="ctr">
                    <a:solidFill>
                      <a:srgbClr val="F2F4F5"/>
                    </a:solidFill>
                  </a:tcPr>
                </a:tc>
                <a:tc>
                  <a:txBody>
                    <a:bodyPr wrap="square"/>
                    <a:lstStyle/>
                    <a:p>
                      <a:pPr algn="l">
                        <a:spcAft>
                          <a:spcPts val="0"/>
                        </a:spcAft>
                      </a:pPr>
                      <a:r>
                        <a:rPr sz="1200" b="0" i="0">
                          <a:solidFill>
                            <a:srgbClr val="00303C"/>
                          </a:solidFill>
                          <a:latin typeface="Arial"/>
                        </a:rPr>
                        <a:t>Supplier sub-contractor procurement (CFSI)</a:t>
                      </a:r>
                    </a:p>
                  </a:txBody>
                  <a:tcPr marL="73152" marR="73152" marT="36576" marB="36576" anchor="ctr">
                    <a:solidFill>
                      <a:srgbClr val="F2F4F5"/>
                    </a:solidFill>
                  </a:tcPr>
                </a:tc>
              </a:tr>
              <a:tr h="512064">
                <a:tc>
                  <a:txBody>
                    <a:bodyPr wrap="square"/>
                    <a:lstStyle/>
                    <a:p>
                      <a:pPr algn="l">
                        <a:spcAft>
                          <a:spcPts val="0"/>
                        </a:spcAft>
                      </a:pPr>
                      <a:r>
                        <a:rPr sz="1200" b="1" i="0">
                          <a:solidFill>
                            <a:srgbClr val="00303C"/>
                          </a:solidFill>
                          <a:latin typeface="Arial"/>
                        </a:rPr>
                        <a:t>SEMS 1.2.10.1</a:t>
                      </a:r>
                    </a:p>
                  </a:txBody>
                  <a:tcPr marL="73152" marR="73152" marT="36576" marB="36576" anchor="ctr">
                    <a:solidFill>
                      <a:srgbClr val="FFFFFF"/>
                    </a:solidFill>
                  </a:tcPr>
                </a:tc>
                <a:tc>
                  <a:txBody>
                    <a:bodyPr wrap="square"/>
                    <a:lstStyle/>
                    <a:p>
                      <a:pPr algn="l">
                        <a:spcAft>
                          <a:spcPts val="0"/>
                        </a:spcAft>
                      </a:pPr>
                      <a:r>
                        <a:rPr sz="1200" b="0" i="0">
                          <a:solidFill>
                            <a:srgbClr val="00303C"/>
                          </a:solidFill>
                          <a:latin typeface="Arial"/>
                        </a:rPr>
                        <a:t>Manage Quality (lifetime records)</a:t>
                      </a:r>
                    </a:p>
                  </a:txBody>
                  <a:tcPr marL="73152" marR="73152" marT="36576" marB="36576" anchor="ctr">
                    <a:solidFill>
                      <a:srgbClr val="FFFFFF"/>
                    </a:solidFill>
                  </a:tcPr>
                </a:tc>
              </a:tr>
              <a:tr h="512064">
                <a:tc>
                  <a:txBody>
                    <a:bodyPr wrap="square"/>
                    <a:lstStyle/>
                    <a:p>
                      <a:pPr algn="l">
                        <a:spcAft>
                          <a:spcPts val="0"/>
                        </a:spcAft>
                      </a:pPr>
                      <a:r>
                        <a:rPr sz="1200" b="1" i="0">
                          <a:solidFill>
                            <a:srgbClr val="00303C"/>
                          </a:solidFill>
                          <a:latin typeface="Arial"/>
                        </a:rPr>
                        <a:t>SEMS 3.3.6.2</a:t>
                      </a:r>
                    </a:p>
                  </a:txBody>
                  <a:tcPr marL="73152" marR="73152" marT="36576" marB="36576" anchor="ctr">
                    <a:solidFill>
                      <a:srgbClr val="F2F4F5"/>
                    </a:solidFill>
                  </a:tcPr>
                </a:tc>
                <a:tc>
                  <a:txBody>
                    <a:bodyPr wrap="square"/>
                    <a:lstStyle/>
                    <a:p>
                      <a:pPr algn="l">
                        <a:spcAft>
                          <a:spcPts val="0"/>
                        </a:spcAft>
                      </a:pPr>
                      <a:r>
                        <a:rPr sz="1200" b="0" i="0">
                          <a:solidFill>
                            <a:srgbClr val="00303C"/>
                          </a:solidFill>
                          <a:latin typeface="Arial"/>
                        </a:rPr>
                        <a:t>Manage contract change and variations</a:t>
                      </a:r>
                    </a:p>
                  </a:txBody>
                  <a:tcPr marL="73152" marR="73152" marT="36576" marB="36576" anchor="ctr">
                    <a:solidFill>
                      <a:srgbClr val="F2F4F5"/>
                    </a:solidFill>
                  </a:tcPr>
                </a:tc>
              </a:tr>
              <a:tr h="512064">
                <a:tc>
                  <a:txBody>
                    <a:bodyPr wrap="square"/>
                    <a:lstStyle/>
                    <a:p>
                      <a:pPr algn="l">
                        <a:spcAft>
                          <a:spcPts val="0"/>
                        </a:spcAft>
                      </a:pPr>
                      <a:r>
                        <a:rPr sz="1200" b="1" i="0">
                          <a:solidFill>
                            <a:srgbClr val="00303C"/>
                          </a:solidFill>
                          <a:latin typeface="Arial"/>
                        </a:rPr>
                        <a:t>SEMS 2.3.3.1</a:t>
                      </a:r>
                    </a:p>
                  </a:txBody>
                  <a:tcPr marL="73152" marR="73152" marT="36576" marB="36576" anchor="ctr">
                    <a:solidFill>
                      <a:srgbClr val="FFFFFF"/>
                    </a:solidFill>
                  </a:tcPr>
                </a:tc>
                <a:tc>
                  <a:txBody>
                    <a:bodyPr wrap="square"/>
                    <a:lstStyle/>
                    <a:p>
                      <a:pPr algn="l">
                        <a:spcAft>
                          <a:spcPts val="0"/>
                        </a:spcAft>
                      </a:pPr>
                      <a:r>
                        <a:rPr sz="1200" b="0" i="0">
                          <a:solidFill>
                            <a:srgbClr val="00303C"/>
                          </a:solidFill>
                          <a:latin typeface="Arial"/>
                        </a:rPr>
                        <a:t>Technical queries, concessions, production permits</a:t>
                      </a:r>
                    </a:p>
                  </a:txBody>
                  <a:tcPr marL="73152" marR="73152" marT="36576" marB="36576" anchor="ctr">
                    <a:solidFill>
                      <a:srgbClr val="FFFFFF"/>
                    </a:solidFill>
                  </a:tcPr>
                </a:tc>
              </a:tr>
              <a:tr h="512064">
                <a:tc>
                  <a:txBody>
                    <a:bodyPr wrap="square"/>
                    <a:lstStyle/>
                    <a:p>
                      <a:pPr algn="l">
                        <a:spcAft>
                          <a:spcPts val="0"/>
                        </a:spcAft>
                      </a:pPr>
                      <a:r>
                        <a:rPr sz="1200" b="1" i="0">
                          <a:solidFill>
                            <a:srgbClr val="00303C"/>
                          </a:solidFill>
                          <a:latin typeface="Arial"/>
                        </a:rPr>
                        <a:t>SEMS 3.3.7.1</a:t>
                      </a:r>
                    </a:p>
                  </a:txBody>
                  <a:tcPr marL="73152" marR="73152" marT="36576" marB="36576" anchor="ctr">
                    <a:solidFill>
                      <a:srgbClr val="F2F4F5"/>
                    </a:solidFill>
                  </a:tcPr>
                </a:tc>
                <a:tc>
                  <a:txBody>
                    <a:bodyPr wrap="square"/>
                    <a:lstStyle/>
                    <a:p>
                      <a:pPr algn="l">
                        <a:spcAft>
                          <a:spcPts val="0"/>
                        </a:spcAft>
                      </a:pPr>
                      <a:r>
                        <a:rPr sz="1200" b="0" i="0">
                          <a:solidFill>
                            <a:srgbClr val="00303C"/>
                          </a:solidFill>
                          <a:latin typeface="Arial"/>
                        </a:rPr>
                        <a:t>Warehousing and inventory (material masters)</a:t>
                      </a:r>
                    </a:p>
                  </a:txBody>
                  <a:tcPr marL="73152" marR="73152" marT="36576" marB="36576" anchor="ctr">
                    <a:solidFill>
                      <a:srgbClr val="F2F4F5"/>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Key takeaways</a:t>
            </a:r>
          </a:p>
        </p:txBody>
      </p:sp>
      <p:sp>
        <p:nvSpPr>
          <p:cNvPr id="3" name="Subtitle 2"/>
          <p:cNvSpPr>
            <a:spLocks noGrp="1"/>
          </p:cNvSpPr>
          <p:nvPr>
            <p:ph type="subTitle" idx="1"/>
          </p:nvPr>
        </p:nvSpPr>
        <p:spPr/>
        <p:txBody>
          <a:bodyPr/>
          <a:lstStyle/>
          <a:p>
            <a:r>
              <a:rPr sz="2200"/>
              <a:t>The Demander leads and owns the QRRA.</a:t>
            </a:r>
          </a:p>
          <a:p>
            <a:r>
              <a:rPr sz="2200"/>
              <a:t>Quality facilitates, challenges and endorses as the intelligent client.</a:t>
            </a:r>
          </a:p>
          <a:p>
            <a:r>
              <a:rPr sz="2200"/>
              <a:t>Every activity needs a clear, recorded reason.</a:t>
            </a:r>
          </a:p>
        </p:txBody>
      </p:sp>
    </p:spTree>
  </p:cSld>
  <p:clrMapOvr>
    <a:masterClrMapping/>
  </p:clrMapOvr>
</p:sld>
</file>

<file path=ppt/theme/theme1.xml><?xml version="1.0" encoding="utf-8"?>
<a:theme xmlns:a="http://schemas.openxmlformats.org/drawingml/2006/main" name="Office Theme">
  <a:themeElements>
    <a:clrScheme name="Custom 1">
      <a:dk1>
        <a:srgbClr val="00303C"/>
      </a:dk1>
      <a:lt1>
        <a:srgbClr val="FFFFFF"/>
      </a:lt1>
      <a:dk2>
        <a:srgbClr val="091920"/>
      </a:dk2>
      <a:lt2>
        <a:srgbClr val="FFFFFF"/>
      </a:lt2>
      <a:accent1>
        <a:srgbClr val="E7FF00"/>
      </a:accent1>
      <a:accent2>
        <a:srgbClr val="ECFFC0"/>
      </a:accent2>
      <a:accent3>
        <a:srgbClr val="BFD833"/>
      </a:accent3>
      <a:accent4>
        <a:srgbClr val="00303C"/>
      </a:accent4>
      <a:accent5>
        <a:srgbClr val="091920"/>
      </a:accent5>
      <a:accent6>
        <a:srgbClr val="E2DED9"/>
      </a:accent6>
      <a:hlink>
        <a:srgbClr val="1E1E1E"/>
      </a:hlink>
      <a:folHlink>
        <a:srgbClr val="1E1E1E"/>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76404FB5-5AAB-43C0-8723-FA65647DE510}" vid="{1503C24C-8512-4B53-AA62-3BC6C795045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sisl xmlns:xsi="http://www.w3.org/2001/XMLSchema-instance" xmlns:xsd="http://www.w3.org/2001/XMLSchema" xmlns="http://www.boldonjames.com/2008/01/sie/internal/label" sislVersion="0" policy="fd403455-cda7-4c1b-b87f-02f0c0503f88" origin="userSelected">
  <element uid="id_protective_marking_protect" value=""/>
</sisl>
</file>

<file path=customXml/item2.xml><?xml version="1.0" encoding="utf-8"?>
<ct:contentTypeSchema xmlns:ct="http://schemas.microsoft.com/office/2006/metadata/contentType" xmlns:ma="http://schemas.microsoft.com/office/2006/metadata/properties/metaAttributes" ct:_="" ma:_="" ma:contentTypeName="SL Document" ma:contentTypeID="0x010100AFD32BFD6AA34A43BEB88B8B2453791D00EC3CB10463D0F14AB7BBA8A0EDF46010" ma:contentTypeVersion="9" ma:contentTypeDescription="Create a new document." ma:contentTypeScope="" ma:versionID="acc5972bca1a83489db3bb17ec3ca27e">
  <xsd:schema xmlns:xsd="http://www.w3.org/2001/XMLSchema" xmlns:xs="http://www.w3.org/2001/XMLSchema" xmlns:p="http://schemas.microsoft.com/office/2006/metadata/properties" xmlns:ns2="http://schemas.microsoft.com/sharepoint/v3/fields" xmlns:ns3="73a357bf-7f47-4cfc-8473-0e420a12fd54" xmlns:ns4="274e3d49-eee1-4954-bf88-3dab7af0f261" targetNamespace="http://schemas.microsoft.com/office/2006/metadata/properties" ma:root="true" ma:fieldsID="f3a05e297a1b8882ec19e9758104ab5d" ns2:_="" ns3:_="" ns4:_="">
    <xsd:import namespace="http://schemas.microsoft.com/sharepoint/v3/fields"/>
    <xsd:import namespace="73a357bf-7f47-4cfc-8473-0e420a12fd54"/>
    <xsd:import namespace="274e3d49-eee1-4954-bf88-3dab7af0f261"/>
    <xsd:element name="properties">
      <xsd:complexType>
        <xsd:sequence>
          <xsd:element name="documentManagement">
            <xsd:complexType>
              <xsd:all>
                <xsd:element ref="ns3:Security_x0020_Classification"/>
                <xsd:element ref="ns2:_DCDateCreated"/>
                <xsd:element ref="ns4:Item_x0020_Status"/>
                <xsd:element ref="ns2:_Coverage" minOccurs="0"/>
                <xsd:element ref="ns3:Document_x0020_Numb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DCDateCreated" ma:index="10" ma:displayName="Date Created" ma:description="The date on which this resource was created" ma:format="DateTime" ma:internalName="_DCDateCreated" ma:readOnly="false">
      <xsd:simpleType>
        <xsd:restriction base="dms:DateTime"/>
      </xsd:simpleType>
    </xsd:element>
    <xsd:element name="_Coverage" ma:index="12" nillable="true" ma:displayName="Coverage" ma:description="The extent or scope" ma:internalName="_Coverag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a357bf-7f47-4cfc-8473-0e420a12fd54" elementFormDefault="qualified">
    <xsd:import namespace="http://schemas.microsoft.com/office/2006/documentManagement/types"/>
    <xsd:import namespace="http://schemas.microsoft.com/office/infopath/2007/PartnerControls"/>
    <xsd:element name="Security_x0020_Classification" ma:index="9" ma:displayName="Security Classification" ma:format="Dropdown" ma:internalName="Security_x0020_Classification" ma:readOnly="false">
      <xsd:simpleType>
        <xsd:restriction base="dms:Choice">
          <xsd:enumeration value="Official"/>
          <xsd:enumeration value="Official - Sensitive"/>
          <xsd:enumeration value="Official - Sensitive: Commercial"/>
          <xsd:enumeration value="Official - Sensitive: Personal"/>
        </xsd:restriction>
      </xsd:simpleType>
    </xsd:element>
    <xsd:element name="Document_x0020_Number" ma:index="13" nillable="true" ma:displayName="Document Number" ma:internalName="Document_x0020_Number">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74e3d49-eee1-4954-bf88-3dab7af0f261" elementFormDefault="qualified">
    <xsd:import namespace="http://schemas.microsoft.com/office/2006/documentManagement/types"/>
    <xsd:import namespace="http://schemas.microsoft.com/office/infopath/2007/PartnerControls"/>
    <xsd:element name="Item_x0020_Status" ma:index="11" ma:displayName="Item Status" ma:default="Published" ma:format="Dropdown" ma:internalName="Item_x0020_Status" ma:readOnly="false">
      <xsd:simpleType>
        <xsd:restriction base="dms:Choice">
          <xsd:enumeration value="Draft"/>
          <xsd:enumeration value="Published"/>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axOccurs="1" ma:index="8" ma:displayName="Author"/>
        <xsd:element ref="dcterms:created" minOccurs="0" maxOccurs="1"/>
        <xsd:element ref="dc:identifier" minOccurs="0" maxOccurs="1"/>
        <xsd:element name="contentType" minOccurs="0" maxOccurs="1" type="xsd:string" ma:index="0" ma:displayName="Content Type"/>
        <xsd:element ref="dc:title"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Item_x0020_Status xmlns="274e3d49-eee1-4954-bf88-3dab7af0f261">Published</Item_x0020_Status>
    <Document_x0020_Number xmlns="73a357bf-7f47-4cfc-8473-0e420a12fd54" xsi:nil="true"/>
    <Security_x0020_Classification xmlns="73a357bf-7f47-4cfc-8473-0e420a12fd54"/>
    <_Coverage xmlns="http://schemas.microsoft.com/sharepoint/v3/fields" xsi:nil="true"/>
    <_DCDateCreated xmlns="http://schemas.microsoft.com/sharepoint/v3/fields">2025-06-08T23:00:00+00:00</_DCDateCreated>
  </documentManagement>
</p:properties>
</file>

<file path=customXml/itemProps1.xml><?xml version="1.0" encoding="utf-8"?>
<ds:datastoreItem xmlns:ds="http://schemas.openxmlformats.org/officeDocument/2006/customXml" ds:itemID="{1CCD428F-B74A-4D9A-99A6-34144F189076}">
  <ds:schemaRefs>
    <ds:schemaRef ds:uri="http://www.w3.org/2001/XMLSchema"/>
    <ds:schemaRef ds:uri="http://www.boldonjames.com/2008/01/sie/internal/label"/>
  </ds:schemaRefs>
</ds:datastoreItem>
</file>

<file path=customXml/itemProps2.xml><?xml version="1.0" encoding="utf-8"?>
<ds:datastoreItem xmlns:ds="http://schemas.openxmlformats.org/officeDocument/2006/customXml" ds:itemID="{6EB16BBA-60E7-49D9-B3EC-DFD663E3E005}"/>
</file>

<file path=customXml/itemProps3.xml><?xml version="1.0" encoding="utf-8"?>
<ds:datastoreItem xmlns:ds="http://schemas.openxmlformats.org/officeDocument/2006/customXml" ds:itemID="{2D667D2D-0C8B-43CD-955E-0F7A87987A37}"/>
</file>

<file path=customXml/itemProps4.xml><?xml version="1.0" encoding="utf-8"?>
<ds:datastoreItem xmlns:ds="http://schemas.openxmlformats.org/officeDocument/2006/customXml" ds:itemID="{8CB39CBE-E735-446F-87F8-33A3662E3450}"/>
</file>

<file path=docProps/app.xml><?xml version="1.0" encoding="utf-8"?>
<Properties xmlns="http://schemas.openxmlformats.org/officeDocument/2006/extended-properties" xmlns:vt="http://schemas.openxmlformats.org/officeDocument/2006/docPropsVTypes">
  <Template/>
  <TotalTime>3</TotalTime>
  <Words>10</Words>
  <Application>Microsoft Office PowerPoint</Application>
  <PresentationFormat>Widescreen</PresentationFormat>
  <Paragraphs>10</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Aptos Display</vt:lpstr>
      <vt:lpstr>Arial</vt:lpstr>
      <vt:lpstr>Arial Black</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Sellafield Ltd PowerPoint Presentation Template</dc:title>
  <dc:creator>Clegg, Samantha (SL)</dc:creator>
  <cp:lastModifiedBy>Clegg, Samantha (SL)</cp:lastModifiedBy>
  <cp:revision>1</cp:revision>
  <dcterms:created xsi:type="dcterms:W3CDTF">2025-02-25T14:29:10Z</dcterms:created>
  <dcterms:modified xsi:type="dcterms:W3CDTF">2025-02-25T14:33:04Z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IndexRef">
    <vt:lpwstr>b9928d27-caed-4551-82b0-01d75067b5b2</vt:lpwstr>
  </property>
  <property fmtid="{D5CDD505-2E9C-101B-9397-08002B2CF9AE}" pid="3" name="bjClsUserRVM">
    <vt:lpwstr>[]</vt:lpwstr>
  </property>
  <property fmtid="{D5CDD505-2E9C-101B-9397-08002B2CF9AE}" pid="4" name="bjSaver">
    <vt:lpwstr>ZNNRx9eXcy/D1t4Q0g7rzKY5oSYeLo4k</vt:lpwstr>
  </property>
  <property fmtid="{D5CDD505-2E9C-101B-9397-08002B2CF9AE}" pid="5" name="bjDocumentLabelXML">
    <vt:lpwstr>&lt;?xml version="1.0" encoding="us-ascii"?&gt;&lt;sisl xmlns:xsi="http://www.w3.org/2001/XMLSchema-instance" xmlns:xsd="http://www.w3.org/2001/XMLSchema" sislVersion="0" policy="fd403455-cda7-4c1b-b87f-02f0c0503f88" origin="userSelected" xmlns="http://www.boldonj</vt:lpwstr>
  </property>
  <property fmtid="{D5CDD505-2E9C-101B-9397-08002B2CF9AE}" pid="6" name="bjDocumentLabelXML-0">
    <vt:lpwstr>ames.com/2008/01/sie/internal/label"&gt;&lt;element uid="id_protective_marking_protect" value="" /&gt;&lt;/sisl&gt;</vt:lpwstr>
  </property>
  <property fmtid="{D5CDD505-2E9C-101B-9397-08002B2CF9AE}" pid="7" name="bjDocumentSecurityLabel">
    <vt:lpwstr>[OFFICIAL]</vt:lpwstr>
  </property>
  <property fmtid="{D5CDD505-2E9C-101B-9397-08002B2CF9AE}" pid="8" name="ContentTypeId">
    <vt:lpwstr>0x010100AFD32BFD6AA34A43BEB88B8B2453791D00EC3CB10463D0F14AB7BBA8A0EDF46010</vt:lpwstr>
  </property>
</Properties>
</file>